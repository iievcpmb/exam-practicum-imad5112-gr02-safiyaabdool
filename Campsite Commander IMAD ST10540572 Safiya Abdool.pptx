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sldIdLst>
    <p:sldId id="256" r:id="rId5"/>
    <p:sldId id="257" r:id="rId6"/>
    <p:sldId id="260" r:id="rId7"/>
    <p:sldId id="258" r:id="rId8"/>
    <p:sldId id="261" r:id="rId9"/>
    <p:sldId id="259" r:id="rId10"/>
    <p:sldId id="262" r:id="rId11"/>
    <p:sldId id="263" r:id="rId12"/>
    <p:sldId id="264"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p:cViewPr>
        <p:scale>
          <a:sx n="75" d="100"/>
          <a:sy n="75" d="100"/>
        </p:scale>
        <p:origin x="974" y="120"/>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microsoft.com/office/2016/11/relationships/changesInfo" Target="changesInfos/changesInfo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fiya Abdool" userId="489ee947d137acc1" providerId="LiveId" clId="{16F9EB31-0C84-43AC-A44F-050FA8945383}"/>
    <pc:docChg chg="modSld">
      <pc:chgData name="Safiya Abdool" userId="489ee947d137acc1" providerId="LiveId" clId="{16F9EB31-0C84-43AC-A44F-050FA8945383}" dt="2026-06-10T11:51:07.386" v="0" actId="1076"/>
      <pc:docMkLst>
        <pc:docMk/>
      </pc:docMkLst>
      <pc:sldChg chg="modSp mod">
        <pc:chgData name="Safiya Abdool" userId="489ee947d137acc1" providerId="LiveId" clId="{16F9EB31-0C84-43AC-A44F-050FA8945383}" dt="2026-06-10T11:51:07.386" v="0" actId="1076"/>
        <pc:sldMkLst>
          <pc:docMk/>
          <pc:sldMk cId="1852017387" sldId="264"/>
        </pc:sldMkLst>
        <pc:spChg chg="mod">
          <ac:chgData name="Safiya Abdool" userId="489ee947d137acc1" providerId="LiveId" clId="{16F9EB31-0C84-43AC-A44F-050FA8945383}" dt="2026-06-10T11:51:07.386" v="0" actId="1076"/>
          <ac:spMkLst>
            <pc:docMk/>
            <pc:sldMk cId="1852017387" sldId="264"/>
            <ac:spMk id="3" creationId="{3B884F5A-CB97-B2AE-CAED-6AD1D9067262}"/>
          </ac:spMkLst>
        </pc:spChg>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7002" y="105879"/>
            <a:ext cx="6933398" cy="3832346"/>
          </a:xfrm>
        </p:spPr>
        <p:txBody>
          <a:bodyPr vert="horz" lIns="91440" tIns="45720" rIns="91440" bIns="45720" rtlCol="0" anchor="t">
            <a:normAutofit/>
          </a:bodyPr>
          <a:lstStyle>
            <a:lvl1pPr>
              <a:lnSpc>
                <a:spcPct val="90000"/>
              </a:lnSpc>
              <a:defRPr lang="en-US" sz="6600" dirty="0">
                <a:solidFill>
                  <a:schemeClr val="tx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62000" y="4837892"/>
            <a:ext cx="4184904" cy="918015"/>
          </a:xfrm>
        </p:spPr>
        <p:txBody>
          <a:bodyPr vert="horz" lIns="91440" tIns="45720" rIns="91440" bIns="45720" rtlCol="0" anchor="b">
            <a:normAutofit/>
          </a:bodyPr>
          <a:lstStyle>
            <a:lvl1pPr marL="0" indent="0">
              <a:buNone/>
              <a:defRPr lang="en-US" sz="1600" dirty="0">
                <a:solidFill>
                  <a:schemeClr val="tx2"/>
                </a:solidFill>
              </a:defRPr>
            </a:lvl1pPr>
          </a:lstStyle>
          <a:p>
            <a:pPr lvl="0"/>
            <a:r>
              <a:rPr lang="en-US"/>
              <a:t>Click to edit Master subtitle style</a:t>
            </a:r>
            <a:endParaRPr lang="en-US" dirty="0"/>
          </a:p>
        </p:txBody>
      </p:sp>
      <p:sp>
        <p:nvSpPr>
          <p:cNvPr id="13" name="Freeform: Shape 12">
            <a:extLst>
              <a:ext uri="{FF2B5EF4-FFF2-40B4-BE49-F238E27FC236}">
                <a16:creationId xmlns:a16="http://schemas.microsoft.com/office/drawing/2014/main" id="{B7D523F3-FDC7-CB09-72C3-675307026069}"/>
              </a:ext>
              <a:ext uri="{C183D7F6-B498-43B3-948B-1728B52AA6E4}">
                <adec:decorative xmlns:adec="http://schemas.microsoft.com/office/drawing/2017/decorative" val="1"/>
              </a:ext>
            </a:extLst>
          </p:cNvPr>
          <p:cNvSpPr/>
          <p:nvPr/>
        </p:nvSpPr>
        <p:spPr>
          <a:xfrm>
            <a:off x="7693152" y="0"/>
            <a:ext cx="4498848" cy="6089904"/>
          </a:xfrm>
          <a:custGeom>
            <a:avLst/>
            <a:gdLst>
              <a:gd name="connsiteX0" fmla="*/ 0 w 4510185"/>
              <a:gd name="connsiteY0" fmla="*/ 0 h 6096000"/>
              <a:gd name="connsiteX1" fmla="*/ 4510185 w 4510185"/>
              <a:gd name="connsiteY1" fmla="*/ 0 h 6096000"/>
              <a:gd name="connsiteX2" fmla="*/ 4510185 w 4510185"/>
              <a:gd name="connsiteY2" fmla="*/ 6096000 h 6096000"/>
              <a:gd name="connsiteX3" fmla="*/ 501522 w 4510185"/>
              <a:gd name="connsiteY3" fmla="*/ 6096000 h 6096000"/>
              <a:gd name="connsiteX4" fmla="*/ 0 w 4510185"/>
              <a:gd name="connsiteY4" fmla="*/ 5591398 h 6096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10185" h="6096000">
                <a:moveTo>
                  <a:pt x="0" y="0"/>
                </a:moveTo>
                <a:lnTo>
                  <a:pt x="4510185" y="0"/>
                </a:lnTo>
                <a:lnTo>
                  <a:pt x="4510185" y="6096000"/>
                </a:lnTo>
                <a:lnTo>
                  <a:pt x="501522" y="6096000"/>
                </a:lnTo>
                <a:cubicBezTo>
                  <a:pt x="224540" y="6096000"/>
                  <a:pt x="0" y="5870082"/>
                  <a:pt x="0" y="5591398"/>
                </a:cubicBez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Picture Placeholder 10">
            <a:extLst>
              <a:ext uri="{FF2B5EF4-FFF2-40B4-BE49-F238E27FC236}">
                <a16:creationId xmlns:a16="http://schemas.microsoft.com/office/drawing/2014/main" id="{47046596-FFEC-0663-2F9B-19F442C8D1F7}"/>
              </a:ext>
            </a:extLst>
          </p:cNvPr>
          <p:cNvSpPr>
            <a:spLocks noGrp="1"/>
          </p:cNvSpPr>
          <p:nvPr>
            <p:ph type="pic" sz="quarter" idx="13" hasCustomPrompt="1"/>
          </p:nvPr>
        </p:nvSpPr>
        <p:spPr>
          <a:xfrm>
            <a:off x="7681816" y="0"/>
            <a:ext cx="4510185" cy="6096000"/>
          </a:xfrm>
          <a:custGeom>
            <a:avLst/>
            <a:gdLst>
              <a:gd name="connsiteX0" fmla="*/ 0 w 4510185"/>
              <a:gd name="connsiteY0" fmla="*/ 0 h 6096000"/>
              <a:gd name="connsiteX1" fmla="*/ 4510185 w 4510185"/>
              <a:gd name="connsiteY1" fmla="*/ 0 h 6096000"/>
              <a:gd name="connsiteX2" fmla="*/ 4510185 w 4510185"/>
              <a:gd name="connsiteY2" fmla="*/ 6096000 h 6096000"/>
              <a:gd name="connsiteX3" fmla="*/ 501522 w 4510185"/>
              <a:gd name="connsiteY3" fmla="*/ 6096000 h 6096000"/>
              <a:gd name="connsiteX4" fmla="*/ 0 w 4510185"/>
              <a:gd name="connsiteY4" fmla="*/ 5591398 h 6096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10185" h="6096000">
                <a:moveTo>
                  <a:pt x="0" y="0"/>
                </a:moveTo>
                <a:lnTo>
                  <a:pt x="4510185" y="0"/>
                </a:lnTo>
                <a:lnTo>
                  <a:pt x="4510185" y="6096000"/>
                </a:lnTo>
                <a:lnTo>
                  <a:pt x="501522" y="6096000"/>
                </a:lnTo>
                <a:cubicBezTo>
                  <a:pt x="224540" y="6096000"/>
                  <a:pt x="0" y="5870082"/>
                  <a:pt x="0" y="5591398"/>
                </a:cubicBezTo>
                <a:close/>
              </a:path>
            </a:pathLst>
          </a:custGeom>
          <a:blipFill dpi="0" rotWithShape="1">
            <a:blip r:embed="rId2">
              <a:alphaModFix amt="85000"/>
            </a:blip>
            <a:srcRect/>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effectLst/>
              </a:defRPr>
            </a:lvl1pPr>
          </a:lstStyle>
          <a:p>
            <a:fld id="{D7E3ECEC-7E7B-4FB9-BAE8-5C10F12795EA}" type="datetimeFigureOut">
              <a:rPr lang="en-US" smtClean="0"/>
              <a:t>6/10/2026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399713396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68096" y="822960"/>
            <a:ext cx="10706100" cy="683912"/>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774654" y="1506872"/>
            <a:ext cx="10693446" cy="4665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7E3ECEC-7E7B-4FB9-BAE8-5C10F12795EA}" type="datetimeFigureOut">
              <a:rPr lang="en-US" smtClean="0"/>
              <a:t>6/10/2026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9453968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823860" y="1376413"/>
            <a:ext cx="3834793" cy="2697480"/>
          </a:xfrm>
        </p:spPr>
        <p:txBody>
          <a:bodyPr vert="horz" lIns="91440" tIns="45720" rIns="91440" bIns="45720" rtlCol="0" anchor="b">
            <a:normAutofit/>
          </a:bodyPr>
          <a:lstStyle>
            <a:lvl1pPr>
              <a:defRPr lang="en-US" sz="36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823860" y="4073893"/>
            <a:ext cx="3599210" cy="1162250"/>
          </a:xfrm>
        </p:spPr>
        <p:txBody>
          <a:bodyPr vert="horz" lIns="91440" tIns="45720" rIns="91440" bIns="45720" rtlCol="0" anchor="ctr">
            <a:normAutofit/>
          </a:bodyPr>
          <a:lstStyle>
            <a:lvl1pPr marL="0" indent="0">
              <a:lnSpc>
                <a:spcPct val="100000"/>
              </a:lnSpc>
              <a:buNone/>
              <a:defRPr lang="en-US" sz="1600" dirty="0"/>
            </a:lvl1pPr>
          </a:lstStyle>
          <a:p>
            <a:pPr lvl="0"/>
            <a:r>
              <a:rPr lang="en-US"/>
              <a:t>Click to edit Master subtitle style</a:t>
            </a:r>
            <a:endParaRPr lang="en-US" dirty="0"/>
          </a:p>
        </p:txBody>
      </p:sp>
      <p:sp>
        <p:nvSpPr>
          <p:cNvPr id="8" name="Picture Placeholder 10">
            <a:extLst>
              <a:ext uri="{FF2B5EF4-FFF2-40B4-BE49-F238E27FC236}">
                <a16:creationId xmlns:a16="http://schemas.microsoft.com/office/drawing/2014/main" id="{51CC2D7F-4DE5-3D21-470F-8B959A5C44D8}"/>
              </a:ext>
            </a:extLst>
          </p:cNvPr>
          <p:cNvSpPr>
            <a:spLocks noGrp="1"/>
          </p:cNvSpPr>
          <p:nvPr>
            <p:ph type="pic" sz="quarter" idx="13" hasCustomPrompt="1"/>
          </p:nvPr>
        </p:nvSpPr>
        <p:spPr>
          <a:xfrm>
            <a:off x="0" y="0"/>
            <a:ext cx="7274402" cy="6096000"/>
          </a:xfrm>
          <a:custGeom>
            <a:avLst/>
            <a:gdLst>
              <a:gd name="connsiteX0" fmla="*/ 0 w 7274402"/>
              <a:gd name="connsiteY0" fmla="*/ 0 h 6096000"/>
              <a:gd name="connsiteX1" fmla="*/ 7274402 w 7274402"/>
              <a:gd name="connsiteY1" fmla="*/ 0 h 6096000"/>
              <a:gd name="connsiteX2" fmla="*/ 7274402 w 7274402"/>
              <a:gd name="connsiteY2" fmla="*/ 5598011 h 6096000"/>
              <a:gd name="connsiteX3" fmla="*/ 6779450 w 7274402"/>
              <a:gd name="connsiteY3" fmla="*/ 6096000 h 6096000"/>
              <a:gd name="connsiteX4" fmla="*/ 0 w 7274402"/>
              <a:gd name="connsiteY4" fmla="*/ 6096000 h 6096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74402" h="6096000">
                <a:moveTo>
                  <a:pt x="0" y="0"/>
                </a:moveTo>
                <a:lnTo>
                  <a:pt x="7274402" y="0"/>
                </a:lnTo>
                <a:lnTo>
                  <a:pt x="7274402" y="5598011"/>
                </a:lnTo>
                <a:cubicBezTo>
                  <a:pt x="7274402" y="5873043"/>
                  <a:pt x="7052804" y="6096000"/>
                  <a:pt x="6779450" y="6096000"/>
                </a:cubicBezTo>
                <a:lnTo>
                  <a:pt x="0" y="6096000"/>
                </a:lnTo>
                <a:close/>
              </a:path>
            </a:pathLst>
          </a:custGeom>
          <a:blipFill dpi="0" rotWithShape="1">
            <a:blip r:embed="rId2">
              <a:alphaModFix amt="75000"/>
            </a:blip>
            <a:srcRect/>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effectLst/>
              </a:defRPr>
            </a:lvl1pPr>
          </a:lstStyle>
          <a:p>
            <a:fld id="{D7E3ECEC-7E7B-4FB9-BAE8-5C10F12795EA}" type="datetimeFigureOut">
              <a:rPr lang="en-US" smtClean="0"/>
              <a:t>6/10/2026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198655664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with Picture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86093" y="190500"/>
            <a:ext cx="3923894" cy="2673696"/>
          </a:xfrm>
        </p:spPr>
        <p:txBody>
          <a:bodyPr vert="horz" lIns="91440" tIns="45720" rIns="91440" bIns="45720" rtlCol="0" anchor="t">
            <a:normAutofit/>
          </a:bodyPr>
          <a:lstStyle>
            <a:lvl1pPr>
              <a:lnSpc>
                <a:spcPct val="95000"/>
              </a:lnSpc>
              <a:defRPr lang="en-US" sz="3600" dirty="0">
                <a:solidFill>
                  <a:schemeClr val="tx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62000" y="4873751"/>
            <a:ext cx="3277380" cy="1228945"/>
          </a:xfrm>
        </p:spPr>
        <p:txBody>
          <a:bodyPr vert="horz" lIns="91440" tIns="45720" rIns="91440" bIns="45720" rtlCol="0" anchor="b">
            <a:normAutofit/>
          </a:bodyPr>
          <a:lstStyle>
            <a:lvl1pPr marL="0" indent="0">
              <a:buNone/>
              <a:defRPr lang="en-US" sz="1600" dirty="0">
                <a:solidFill>
                  <a:schemeClr val="tx2"/>
                </a:solidFill>
              </a:defRPr>
            </a:lvl1pPr>
          </a:lstStyle>
          <a:p>
            <a:pPr lvl="0"/>
            <a:r>
              <a:rPr lang="en-US"/>
              <a:t>Click to edit Master subtitle style</a:t>
            </a:r>
            <a:endParaRPr lang="en-US" dirty="0"/>
          </a:p>
        </p:txBody>
      </p:sp>
      <p:sp>
        <p:nvSpPr>
          <p:cNvPr id="8" name="Picture Placeholder 7">
            <a:extLst>
              <a:ext uri="{FF2B5EF4-FFF2-40B4-BE49-F238E27FC236}">
                <a16:creationId xmlns:a16="http://schemas.microsoft.com/office/drawing/2014/main" id="{1E33A8AF-9A38-4027-A746-F135FF75F2EF}"/>
              </a:ext>
            </a:extLst>
          </p:cNvPr>
          <p:cNvSpPr>
            <a:spLocks noGrp="1"/>
          </p:cNvSpPr>
          <p:nvPr>
            <p:ph type="pic" sz="quarter" idx="13" hasCustomPrompt="1"/>
          </p:nvPr>
        </p:nvSpPr>
        <p:spPr>
          <a:xfrm>
            <a:off x="4743585" y="0"/>
            <a:ext cx="7448415" cy="6093762"/>
          </a:xfrm>
          <a:custGeom>
            <a:avLst/>
            <a:gdLst>
              <a:gd name="connsiteX0" fmla="*/ 0 w 7448415"/>
              <a:gd name="connsiteY0" fmla="*/ 0 h 6093762"/>
              <a:gd name="connsiteX1" fmla="*/ 7448415 w 7448415"/>
              <a:gd name="connsiteY1" fmla="*/ 0 h 6093762"/>
              <a:gd name="connsiteX2" fmla="*/ 7448415 w 7448415"/>
              <a:gd name="connsiteY2" fmla="*/ 6093762 h 6093762"/>
              <a:gd name="connsiteX3" fmla="*/ 501521 w 7448415"/>
              <a:gd name="connsiteY3" fmla="*/ 6093762 h 6093762"/>
              <a:gd name="connsiteX4" fmla="*/ 0 w 7448415"/>
              <a:gd name="connsiteY4" fmla="*/ 5592240 h 60937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48415" h="6093762">
                <a:moveTo>
                  <a:pt x="0" y="0"/>
                </a:moveTo>
                <a:lnTo>
                  <a:pt x="7448415" y="0"/>
                </a:lnTo>
                <a:lnTo>
                  <a:pt x="7448415" y="6093762"/>
                </a:lnTo>
                <a:lnTo>
                  <a:pt x="501521" y="6093762"/>
                </a:lnTo>
                <a:cubicBezTo>
                  <a:pt x="224538" y="6093762"/>
                  <a:pt x="0" y="5869223"/>
                  <a:pt x="0" y="5592240"/>
                </a:cubicBezTo>
                <a:close/>
              </a:path>
            </a:pathLst>
          </a:custGeom>
          <a:blipFill dpi="0" rotWithShape="1">
            <a:blip r:embed="rId2">
              <a:alphaModFix amt="75000"/>
            </a:blip>
            <a:srcRect/>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762000" y="6329172"/>
            <a:ext cx="2816835" cy="338328"/>
          </a:xfrm>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effectLst/>
              </a:defRPr>
            </a:lvl1pPr>
          </a:lstStyle>
          <a:p>
            <a:fld id="{D7E3ECEC-7E7B-4FB9-BAE8-5C10F12795EA}" type="datetimeFigureOut">
              <a:rPr lang="en-US" smtClean="0"/>
              <a:t>6/10/2026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151369347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with Picture 4">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09600" y="5202936"/>
            <a:ext cx="10858500" cy="850392"/>
          </a:xfrm>
        </p:spPr>
        <p:txBody>
          <a:bodyPr vert="horz" lIns="91440" tIns="45720" rIns="91440" bIns="45720" rtlCol="0" anchor="b">
            <a:normAutofit/>
          </a:bodyPr>
          <a:lstStyle>
            <a:lvl1pPr>
              <a:lnSpc>
                <a:spcPct val="90000"/>
              </a:lnSpc>
              <a:defRPr lang="en-US" sz="3600" dirty="0">
                <a:solidFill>
                  <a:schemeClr val="tx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09600" y="5980176"/>
            <a:ext cx="10858500" cy="419100"/>
          </a:xfrm>
        </p:spPr>
        <p:txBody>
          <a:bodyPr vert="horz" lIns="91440" tIns="45720" rIns="91440" bIns="45720" rtlCol="0" anchor="ctr">
            <a:normAutofit/>
          </a:bodyPr>
          <a:lstStyle>
            <a:lvl1pPr marL="0" indent="0">
              <a:buNone/>
              <a:defRPr lang="en-US" dirty="0">
                <a:solidFill>
                  <a:schemeClr val="tx2"/>
                </a:solidFill>
              </a:defRPr>
            </a:lvl1pPr>
          </a:lstStyle>
          <a:p>
            <a:pPr lvl="0"/>
            <a:r>
              <a:rPr lang="en-US"/>
              <a:t>Click to edit Master subtitle style</a:t>
            </a:r>
            <a:endParaRPr lang="en-US" dirty="0"/>
          </a:p>
        </p:txBody>
      </p:sp>
      <p:sp>
        <p:nvSpPr>
          <p:cNvPr id="9" name="Picture Placeholder 7">
            <a:extLst>
              <a:ext uri="{FF2B5EF4-FFF2-40B4-BE49-F238E27FC236}">
                <a16:creationId xmlns:a16="http://schemas.microsoft.com/office/drawing/2014/main" id="{5E742D34-DBD4-0DEA-071F-32C82E7EB45A}"/>
              </a:ext>
            </a:extLst>
          </p:cNvPr>
          <p:cNvSpPr>
            <a:spLocks noGrp="1"/>
          </p:cNvSpPr>
          <p:nvPr>
            <p:ph type="pic" sz="quarter" idx="13" hasCustomPrompt="1"/>
          </p:nvPr>
        </p:nvSpPr>
        <p:spPr>
          <a:xfrm>
            <a:off x="0" y="0"/>
            <a:ext cx="11468100" cy="5018448"/>
          </a:xfrm>
          <a:custGeom>
            <a:avLst/>
            <a:gdLst>
              <a:gd name="connsiteX0" fmla="*/ 0 w 11468100"/>
              <a:gd name="connsiteY0" fmla="*/ 0 h 5091600"/>
              <a:gd name="connsiteX1" fmla="*/ 11468100 w 11468100"/>
              <a:gd name="connsiteY1" fmla="*/ 0 h 5091600"/>
              <a:gd name="connsiteX2" fmla="*/ 11468100 w 11468100"/>
              <a:gd name="connsiteY2" fmla="*/ 4590078 h 5091600"/>
              <a:gd name="connsiteX3" fmla="*/ 10966578 w 11468100"/>
              <a:gd name="connsiteY3" fmla="*/ 5091600 h 5091600"/>
              <a:gd name="connsiteX4" fmla="*/ 0 w 11468100"/>
              <a:gd name="connsiteY4" fmla="*/ 5091600 h 5091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68100" h="5091600">
                <a:moveTo>
                  <a:pt x="0" y="0"/>
                </a:moveTo>
                <a:lnTo>
                  <a:pt x="11468100" y="0"/>
                </a:lnTo>
                <a:lnTo>
                  <a:pt x="11468100" y="4590078"/>
                </a:lnTo>
                <a:cubicBezTo>
                  <a:pt x="11468100" y="4867061"/>
                  <a:pt x="11243561" y="5091600"/>
                  <a:pt x="10966578" y="5091600"/>
                </a:cubicBezTo>
                <a:lnTo>
                  <a:pt x="0" y="5091600"/>
                </a:lnTo>
                <a:close/>
              </a:path>
            </a:pathLst>
          </a:custGeom>
          <a:blipFill dpi="0" rotWithShape="1">
            <a:blip r:embed="rId2">
              <a:alphaModFix amt="75000"/>
            </a:blip>
            <a:srcRect/>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09600" y="6629400"/>
            <a:ext cx="2805405" cy="228600"/>
          </a:xfrm>
        </p:spPr>
        <p:txBody>
          <a:bodyPr/>
          <a:lstStyle>
            <a:lvl1pPr>
              <a:defRPr>
                <a:solidFill>
                  <a:schemeClr val="tx2"/>
                </a:solidFill>
                <a:effectLst/>
              </a:defRPr>
            </a:lvl1p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611240" y="6629400"/>
            <a:ext cx="2376928" cy="228600"/>
          </a:xfrm>
        </p:spPr>
        <p:txBody>
          <a:bodyPr/>
          <a:lstStyle>
            <a:lvl1pPr>
              <a:defRPr>
                <a:solidFill>
                  <a:schemeClr val="tx2"/>
                </a:solidFill>
                <a:effectLst/>
              </a:defRPr>
            </a:lvl1pPr>
          </a:lstStyle>
          <a:p>
            <a:fld id="{D7E3ECEC-7E7B-4FB9-BAE8-5C10F12795EA}" type="datetimeFigureOut">
              <a:rPr lang="en-US" smtClean="0"/>
              <a:t>6/10/2026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53193" y="6629400"/>
            <a:ext cx="429207" cy="228600"/>
          </a:xfrm>
        </p:spPr>
        <p:txBody>
          <a:bodyPr/>
          <a:lstStyle>
            <a:lvl1pPr>
              <a:defRPr>
                <a:solidFill>
                  <a:schemeClr val="tx2"/>
                </a:solidFill>
                <a:effectLst/>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36236645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32345" y="250257"/>
            <a:ext cx="9692640" cy="4602845"/>
          </a:xfrm>
        </p:spPr>
        <p:txBody>
          <a:bodyPr vert="horz" lIns="91440" tIns="45720" rIns="91440" bIns="45720" rtlCol="0" anchor="t">
            <a:normAutofit/>
          </a:bodyPr>
          <a:lstStyle>
            <a:lvl1pPr>
              <a:lnSpc>
                <a:spcPct val="90000"/>
              </a:lnSpc>
              <a:defRPr lang="en-US" sz="8000" dirty="0">
                <a:solidFill>
                  <a:schemeClr val="tx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61999" y="5053094"/>
            <a:ext cx="5253789" cy="847192"/>
          </a:xfrm>
        </p:spPr>
        <p:txBody>
          <a:bodyPr vert="horz" lIns="91440" tIns="45720" rIns="91440" bIns="45720" rtlCol="0" anchor="b">
            <a:normAutofit/>
          </a:bodyPr>
          <a:lstStyle>
            <a:lvl1pPr marL="0" indent="0">
              <a:buNone/>
              <a:defRPr lang="en-US" sz="1600" dirty="0">
                <a:solidFill>
                  <a:schemeClr val="tx2"/>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defRPr>
            </a:lvl1pPr>
          </a:lstStyle>
          <a:p>
            <a:fld id="{D7E3ECEC-7E7B-4FB9-BAE8-5C10F12795EA}" type="datetimeFigureOut">
              <a:rPr lang="en-US" smtClean="0"/>
              <a:t>6/10/2026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185874937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560321" y="1904300"/>
            <a:ext cx="7084194" cy="2353755"/>
          </a:xfrm>
        </p:spPr>
        <p:txBody>
          <a:bodyPr anchor="ctr">
            <a:normAutofit/>
          </a:bodyPr>
          <a:lstStyle>
            <a:lvl1pPr algn="ctr">
              <a:lnSpc>
                <a:spcPct val="80000"/>
              </a:lnSpc>
              <a:defRPr sz="6000">
                <a:solidFill>
                  <a:schemeClr val="tx2"/>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3262965" y="4597167"/>
            <a:ext cx="5678905" cy="1082180"/>
          </a:xfrm>
        </p:spPr>
        <p:txBody>
          <a:bodyPr anchor="t">
            <a:normAutofit/>
          </a:bodyPr>
          <a:lstStyle>
            <a:lvl1pPr marL="0" indent="0" algn="ctr">
              <a:buNone/>
              <a:defRPr sz="16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defRPr>
            </a:lvl1pPr>
          </a:lstStyle>
          <a:p>
            <a:fld id="{D7E3ECEC-7E7B-4FB9-BAE8-5C10F12795EA}" type="datetimeFigureOut">
              <a:rPr lang="en-US" smtClean="0"/>
              <a:t>6/10/2026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247417243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Title 3">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 y="131670"/>
            <a:ext cx="12120283" cy="5093208"/>
          </a:xfrm>
        </p:spPr>
        <p:txBody>
          <a:bodyPr vert="horz" lIns="91440" tIns="45720" rIns="91440" bIns="45720" rtlCol="0" anchor="t">
            <a:normAutofit/>
          </a:bodyPr>
          <a:lstStyle>
            <a:lvl1pPr>
              <a:lnSpc>
                <a:spcPct val="85000"/>
              </a:lnSpc>
              <a:defRPr lang="en-US" sz="12500" spc="-50" baseline="0" dirty="0">
                <a:solidFill>
                  <a:schemeClr val="tx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62000" y="5356548"/>
            <a:ext cx="6414887" cy="748417"/>
          </a:xfrm>
        </p:spPr>
        <p:txBody>
          <a:bodyPr vert="horz" lIns="91440" tIns="45720" rIns="91440" bIns="45720" rtlCol="0" anchor="ctr">
            <a:normAutofit/>
          </a:bodyPr>
          <a:lstStyle>
            <a:lvl1pPr marL="0" indent="0">
              <a:buNone/>
              <a:defRPr lang="en-US" sz="1600" dirty="0">
                <a:solidFill>
                  <a:schemeClr val="tx2"/>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defRPr>
            </a:lvl1pPr>
          </a:lstStyle>
          <a:p>
            <a:fld id="{D7E3ECEC-7E7B-4FB9-BAE8-5C10F12795EA}" type="datetimeFigureOut">
              <a:rPr lang="en-US" smtClean="0"/>
              <a:t>6/10/2026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255664825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ction Header">
    <p:bg>
      <p:bgRef idx="1001">
        <a:schemeClr val="bg2"/>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27A12A6-507C-2714-2F24-09ADE11584C5}"/>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accent3">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213702" y="1940943"/>
            <a:ext cx="8771340" cy="4917058"/>
          </a:xfrm>
        </p:spPr>
        <p:txBody>
          <a:bodyPr anchor="b">
            <a:normAutofit/>
          </a:bodyPr>
          <a:lstStyle>
            <a:lvl1pPr>
              <a:lnSpc>
                <a:spcPct val="90000"/>
              </a:lnSpc>
              <a:defRPr sz="7000">
                <a:solidFill>
                  <a:schemeClr val="accent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9F1849E7-8E94-3B02-239C-AAB481596BFD}"/>
              </a:ext>
            </a:extLst>
          </p:cNvPr>
          <p:cNvSpPr>
            <a:spLocks noGrp="1"/>
          </p:cNvSpPr>
          <p:nvPr>
            <p:ph type="ftr" sz="quarter" idx="11"/>
          </p:nvPr>
        </p:nvSpPr>
        <p:spPr>
          <a:xfrm>
            <a:off x="762000" y="64008"/>
            <a:ext cx="2816835" cy="338328"/>
          </a:xfrm>
        </p:spPr>
        <p:txBody>
          <a:bodyPr/>
          <a:lstStyle>
            <a:lvl1pPr>
              <a:defRPr>
                <a:solidFill>
                  <a:schemeClr val="accent1"/>
                </a:solidFill>
              </a:defRPr>
            </a:lvl1pPr>
          </a:lstStyle>
          <a:p>
            <a:endParaRPr lang="en-US"/>
          </a:p>
        </p:txBody>
      </p:sp>
      <p:sp>
        <p:nvSpPr>
          <p:cNvPr id="4" name="Date Placeholder 3">
            <a:extLst>
              <a:ext uri="{FF2B5EF4-FFF2-40B4-BE49-F238E27FC236}">
                <a16:creationId xmlns:a16="http://schemas.microsoft.com/office/drawing/2014/main" id="{8F845713-EE4C-7615-B812-531C14CF0CA2}"/>
              </a:ext>
            </a:extLst>
          </p:cNvPr>
          <p:cNvSpPr>
            <a:spLocks noGrp="1"/>
          </p:cNvSpPr>
          <p:nvPr>
            <p:ph type="dt" sz="half" idx="10"/>
          </p:nvPr>
        </p:nvSpPr>
        <p:spPr>
          <a:xfrm>
            <a:off x="9290304" y="64008"/>
            <a:ext cx="1612674" cy="338328"/>
          </a:xfrm>
        </p:spPr>
        <p:txBody>
          <a:bodyPr/>
          <a:lstStyle>
            <a:lvl1pPr>
              <a:defRPr>
                <a:solidFill>
                  <a:schemeClr val="accent1"/>
                </a:solidFill>
              </a:defRPr>
            </a:lvl1pPr>
          </a:lstStyle>
          <a:p>
            <a:fld id="{D7E3ECEC-7E7B-4FB9-BAE8-5C10F12795EA}" type="datetimeFigureOut">
              <a:rPr lang="en-US" smtClean="0"/>
              <a:t>6/10/2026</a:t>
            </a:fld>
            <a:endParaRPr lang="en-US"/>
          </a:p>
        </p:txBody>
      </p:sp>
      <p:sp>
        <p:nvSpPr>
          <p:cNvPr id="6" name="Slide Number Placeholder 5">
            <a:extLst>
              <a:ext uri="{FF2B5EF4-FFF2-40B4-BE49-F238E27FC236}">
                <a16:creationId xmlns:a16="http://schemas.microsoft.com/office/drawing/2014/main" id="{70644BD7-C050-D052-8408-65ADAAF674FF}"/>
              </a:ext>
            </a:extLst>
          </p:cNvPr>
          <p:cNvSpPr>
            <a:spLocks noGrp="1"/>
          </p:cNvSpPr>
          <p:nvPr>
            <p:ph type="sldNum" sz="quarter" idx="12"/>
          </p:nvPr>
        </p:nvSpPr>
        <p:spPr>
          <a:xfrm>
            <a:off x="11055096" y="64008"/>
            <a:ext cx="457200" cy="338328"/>
          </a:xfrm>
        </p:spPr>
        <p:txBody>
          <a:bodyPr/>
          <a:lstStyle>
            <a:lvl1pPr>
              <a:defRPr>
                <a:solidFill>
                  <a:schemeClr val="accent1"/>
                </a:solidFill>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1178311679"/>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Agenda">
    <p:bg>
      <p:bgRef idx="1001">
        <a:schemeClr val="bg2"/>
      </p:bgRef>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22D3B99D-E6B2-4EE8-0A54-0FAA367757A0}"/>
              </a:ext>
              <a:ext uri="{C183D7F6-B498-43B3-948B-1728B52AA6E4}">
                <adec:decorative xmlns:adec="http://schemas.microsoft.com/office/drawing/2017/decorative" val="1"/>
              </a:ext>
            </a:extLst>
          </p:cNvPr>
          <p:cNvSpPr/>
          <p:nvPr/>
        </p:nvSpPr>
        <p:spPr>
          <a:xfrm>
            <a:off x="3735581" y="2721090"/>
            <a:ext cx="8456418" cy="4136911"/>
          </a:xfrm>
          <a:custGeom>
            <a:avLst/>
            <a:gdLst>
              <a:gd name="connsiteX0" fmla="*/ 501522 w 8456418"/>
              <a:gd name="connsiteY0" fmla="*/ 0 h 4136911"/>
              <a:gd name="connsiteX1" fmla="*/ 7315160 w 8456418"/>
              <a:gd name="connsiteY1" fmla="*/ 0 h 4136911"/>
              <a:gd name="connsiteX2" fmla="*/ 7389577 w 8456418"/>
              <a:gd name="connsiteY2" fmla="*/ 0 h 4136911"/>
              <a:gd name="connsiteX3" fmla="*/ 8456418 w 8456418"/>
              <a:gd name="connsiteY3" fmla="*/ 0 h 4136911"/>
              <a:gd name="connsiteX4" fmla="*/ 8456418 w 8456418"/>
              <a:gd name="connsiteY4" fmla="*/ 4136910 h 4136911"/>
              <a:gd name="connsiteX5" fmla="*/ 7389577 w 8456418"/>
              <a:gd name="connsiteY5" fmla="*/ 4136910 h 4136911"/>
              <a:gd name="connsiteX6" fmla="*/ 7389577 w 8456418"/>
              <a:gd name="connsiteY6" fmla="*/ 4136911 h 4136911"/>
              <a:gd name="connsiteX7" fmla="*/ 0 w 8456418"/>
              <a:gd name="connsiteY7" fmla="*/ 4136911 h 4136911"/>
              <a:gd name="connsiteX8" fmla="*/ 0 w 8456418"/>
              <a:gd name="connsiteY8" fmla="*/ 501522 h 4136911"/>
              <a:gd name="connsiteX9" fmla="*/ 501522 w 8456418"/>
              <a:gd name="connsiteY9" fmla="*/ 0 h 4136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456418" h="4136911">
                <a:moveTo>
                  <a:pt x="501522" y="0"/>
                </a:moveTo>
                <a:lnTo>
                  <a:pt x="7315160" y="0"/>
                </a:lnTo>
                <a:lnTo>
                  <a:pt x="7389577" y="0"/>
                </a:lnTo>
                <a:lnTo>
                  <a:pt x="8456418" y="0"/>
                </a:lnTo>
                <a:lnTo>
                  <a:pt x="8456418" y="4136910"/>
                </a:lnTo>
                <a:lnTo>
                  <a:pt x="7389577" y="4136910"/>
                </a:lnTo>
                <a:lnTo>
                  <a:pt x="7389577" y="4136911"/>
                </a:lnTo>
                <a:lnTo>
                  <a:pt x="0" y="4136911"/>
                </a:lnTo>
                <a:lnTo>
                  <a:pt x="0" y="501522"/>
                </a:lnTo>
                <a:cubicBezTo>
                  <a:pt x="0" y="224539"/>
                  <a:pt x="224538" y="0"/>
                  <a:pt x="501522" y="0"/>
                </a:cubicBez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38499" y="134751"/>
            <a:ext cx="11429601" cy="2213814"/>
          </a:xfrm>
        </p:spPr>
        <p:txBody>
          <a:bodyPr anchor="t">
            <a:normAutofit/>
          </a:bodyPr>
          <a:lstStyle>
            <a:lvl1pPr>
              <a:lnSpc>
                <a:spcPct val="80000"/>
              </a:lnSpc>
              <a:defRPr sz="9000">
                <a:solidFill>
                  <a:schemeClr val="accent1"/>
                </a:solidFill>
              </a:defRPr>
            </a:lvl1pPr>
          </a:lstStyle>
          <a:p>
            <a:r>
              <a:rPr lang="en-US" dirty="0"/>
              <a:t>Agenda</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4267200" y="3124200"/>
            <a:ext cx="7200900" cy="2971800"/>
          </a:xfrm>
        </p:spPr>
        <p:txBody>
          <a:bodyPr vert="horz" lIns="91440" tIns="45720" rIns="91440" bIns="45720" rtlCol="0">
            <a:normAutofit/>
          </a:bodyPr>
          <a:lstStyle>
            <a:lvl1pPr marL="342900" indent="-342900">
              <a:buFont typeface="+mj-lt"/>
              <a:buAutoNum type="arabicPeriod"/>
              <a:defRPr lang="en-US" sz="1600" dirty="0"/>
            </a:lvl1pPr>
            <a:lvl2pPr marL="571500" indent="-342900">
              <a:buFont typeface="+mj-lt"/>
              <a:buAutoNum type="arabicPeriod"/>
              <a:defRPr lang="en-US" dirty="0"/>
            </a:lvl2pPr>
            <a:lvl3pPr marL="800100" indent="-342900">
              <a:buFont typeface="+mj-lt"/>
              <a:buAutoNum type="arabicPeriod"/>
              <a:defRPr lang="en-US" dirty="0"/>
            </a:lvl3pPr>
            <a:lvl4pPr marL="1028700" indent="-342900">
              <a:buFont typeface="+mj-lt"/>
              <a:buAutoNum type="arabicPeriod"/>
              <a:defRPr lang="en-US" dirty="0"/>
            </a:lvl4pPr>
            <a:lvl5pPr marL="1257300" indent="-342900">
              <a:buFont typeface="+mj-lt"/>
              <a:buAutoNum type="arabicPeriod"/>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D7E3ECEC-7E7B-4FB9-BAE8-5C10F12795EA}" type="datetimeFigureOut">
              <a:rPr lang="en-US" smtClean="0"/>
              <a:t>6/10/2026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1752925469"/>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with Pictur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hasCustomPrompt="1"/>
          </p:nvPr>
        </p:nvSpPr>
        <p:spPr>
          <a:xfrm>
            <a:off x="141316" y="154198"/>
            <a:ext cx="11326784" cy="1770855"/>
          </a:xfrm>
        </p:spPr>
        <p:txBody>
          <a:bodyPr anchor="t">
            <a:noAutofit/>
          </a:bodyPr>
          <a:lstStyle>
            <a:lvl1pPr>
              <a:lnSpc>
                <a:spcPct val="80000"/>
              </a:lnSpc>
              <a:defRPr sz="8800">
                <a:solidFill>
                  <a:schemeClr val="accent1"/>
                </a:solidFill>
              </a:defRPr>
            </a:lvl1pPr>
          </a:lstStyle>
          <a:p>
            <a:r>
              <a:rPr lang="en-US" dirty="0"/>
              <a:t>Agenda</a:t>
            </a:r>
          </a:p>
        </p:txBody>
      </p:sp>
      <p:sp>
        <p:nvSpPr>
          <p:cNvPr id="16" name="Picture Placeholder 15">
            <a:extLst>
              <a:ext uri="{FF2B5EF4-FFF2-40B4-BE49-F238E27FC236}">
                <a16:creationId xmlns:a16="http://schemas.microsoft.com/office/drawing/2014/main" id="{DFF180EE-9609-8056-7D1A-0AB8C9676916}"/>
              </a:ext>
            </a:extLst>
          </p:cNvPr>
          <p:cNvSpPr>
            <a:spLocks noGrp="1"/>
          </p:cNvSpPr>
          <p:nvPr>
            <p:ph type="pic" sz="quarter" idx="15" hasCustomPrompt="1"/>
          </p:nvPr>
        </p:nvSpPr>
        <p:spPr>
          <a:xfrm>
            <a:off x="0" y="2266752"/>
            <a:ext cx="6871018" cy="4591248"/>
          </a:xfrm>
          <a:custGeom>
            <a:avLst/>
            <a:gdLst>
              <a:gd name="connsiteX0" fmla="*/ 0 w 6871018"/>
              <a:gd name="connsiteY0" fmla="*/ 0 h 4591248"/>
              <a:gd name="connsiteX1" fmla="*/ 6369496 w 6871018"/>
              <a:gd name="connsiteY1" fmla="*/ 0 h 4591248"/>
              <a:gd name="connsiteX2" fmla="*/ 6871018 w 6871018"/>
              <a:gd name="connsiteY2" fmla="*/ 501522 h 4591248"/>
              <a:gd name="connsiteX3" fmla="*/ 6871018 w 6871018"/>
              <a:gd name="connsiteY3" fmla="*/ 4591248 h 4591248"/>
              <a:gd name="connsiteX4" fmla="*/ 0 w 6871018"/>
              <a:gd name="connsiteY4" fmla="*/ 4591248 h 4591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71018" h="4591248">
                <a:moveTo>
                  <a:pt x="0" y="0"/>
                </a:moveTo>
                <a:lnTo>
                  <a:pt x="6369496" y="0"/>
                </a:lnTo>
                <a:cubicBezTo>
                  <a:pt x="6646479" y="0"/>
                  <a:pt x="6871018" y="224539"/>
                  <a:pt x="6871018" y="501522"/>
                </a:cubicBezTo>
                <a:lnTo>
                  <a:pt x="6871018" y="4591248"/>
                </a:lnTo>
                <a:lnTo>
                  <a:pt x="0" y="4591248"/>
                </a:lnTo>
                <a:close/>
              </a:path>
            </a:pathLst>
          </a:custGeom>
          <a:blipFill>
            <a:blip r:embed="rId2">
              <a:alphaModFix amt="75000"/>
            </a:blip>
            <a:stretch>
              <a:fillRect/>
            </a:stretch>
          </a:blipFill>
        </p:spPr>
        <p:txBody>
          <a:bodyPr wrap="square">
            <a:noAutofit/>
          </a:bodyPr>
          <a:lstStyle>
            <a:lvl1pPr marL="0" indent="0">
              <a:buNone/>
              <a:defRPr/>
            </a:lvl1pPr>
          </a:lstStyle>
          <a:p>
            <a:r>
              <a:rPr lang="en-US" dirty="0"/>
              <a:t>  </a:t>
            </a:r>
          </a:p>
        </p:txBody>
      </p:sp>
      <p:sp>
        <p:nvSpPr>
          <p:cNvPr id="10" name="Freeform: Shape 9">
            <a:extLst>
              <a:ext uri="{FF2B5EF4-FFF2-40B4-BE49-F238E27FC236}">
                <a16:creationId xmlns:a16="http://schemas.microsoft.com/office/drawing/2014/main" id="{0ED03D8A-5554-BC86-D031-989A4FC017F9}"/>
              </a:ext>
              <a:ext uri="{C183D7F6-B498-43B3-948B-1728B52AA6E4}">
                <adec:decorative xmlns:adec="http://schemas.microsoft.com/office/drawing/2017/decorative" val="1"/>
              </a:ext>
            </a:extLst>
          </p:cNvPr>
          <p:cNvSpPr/>
          <p:nvPr/>
        </p:nvSpPr>
        <p:spPr>
          <a:xfrm>
            <a:off x="7084170" y="2266752"/>
            <a:ext cx="5107831" cy="4591248"/>
          </a:xfrm>
          <a:custGeom>
            <a:avLst/>
            <a:gdLst>
              <a:gd name="connsiteX0" fmla="*/ 501521 w 5107831"/>
              <a:gd name="connsiteY0" fmla="*/ 0 h 4591248"/>
              <a:gd name="connsiteX1" fmla="*/ 5107831 w 5107831"/>
              <a:gd name="connsiteY1" fmla="*/ 0 h 4591248"/>
              <a:gd name="connsiteX2" fmla="*/ 5107831 w 5107831"/>
              <a:gd name="connsiteY2" fmla="*/ 4591248 h 4591248"/>
              <a:gd name="connsiteX3" fmla="*/ 0 w 5107831"/>
              <a:gd name="connsiteY3" fmla="*/ 4591248 h 4591248"/>
              <a:gd name="connsiteX4" fmla="*/ 0 w 5107831"/>
              <a:gd name="connsiteY4" fmla="*/ 501522 h 4591248"/>
              <a:gd name="connsiteX5" fmla="*/ 501521 w 5107831"/>
              <a:gd name="connsiteY5" fmla="*/ 0 h 4591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107831" h="4591248">
                <a:moveTo>
                  <a:pt x="501521" y="0"/>
                </a:moveTo>
                <a:lnTo>
                  <a:pt x="5107831" y="0"/>
                </a:lnTo>
                <a:lnTo>
                  <a:pt x="5107831" y="4591248"/>
                </a:lnTo>
                <a:lnTo>
                  <a:pt x="0" y="4591248"/>
                </a:lnTo>
                <a:lnTo>
                  <a:pt x="0" y="501522"/>
                </a:lnTo>
                <a:cubicBezTo>
                  <a:pt x="0" y="224539"/>
                  <a:pt x="224538" y="0"/>
                  <a:pt x="501521" y="0"/>
                </a:cubicBez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7597833" y="2762450"/>
            <a:ext cx="3870267" cy="3333549"/>
          </a:xfrm>
        </p:spPr>
        <p:txBody>
          <a:bodyPr vert="horz" lIns="91440" tIns="45720" rIns="91440" bIns="45720" rtlCol="0">
            <a:normAutofit/>
          </a:bodyPr>
          <a:lstStyle>
            <a:lvl1pPr marL="342900" indent="-342900">
              <a:buFont typeface="+mj-lt"/>
              <a:buAutoNum type="arabicPeriod"/>
              <a:defRPr lang="en-US" sz="1600" dirty="0"/>
            </a:lvl1pPr>
            <a:lvl2pPr marL="571500" indent="-342900">
              <a:buFont typeface="+mj-lt"/>
              <a:buAutoNum type="arabicPeriod"/>
              <a:defRPr lang="en-US" dirty="0"/>
            </a:lvl2pPr>
            <a:lvl3pPr marL="800100" indent="-342900">
              <a:buFont typeface="+mj-lt"/>
              <a:buAutoNum type="arabicPeriod"/>
              <a:defRPr lang="en-US" dirty="0"/>
            </a:lvl3pPr>
            <a:lvl4pPr marL="1028700" indent="-342900">
              <a:buFont typeface="+mj-lt"/>
              <a:buAutoNum type="arabicPeriod"/>
              <a:defRPr lang="en-US" dirty="0"/>
            </a:lvl4pPr>
            <a:lvl5pPr marL="1257300" indent="-342900">
              <a:buFont typeface="+mj-lt"/>
              <a:buAutoNum type="arabicPeriod"/>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597833" y="6329172"/>
            <a:ext cx="2020539" cy="338328"/>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498169" y="6329172"/>
            <a:ext cx="1405916" cy="338328"/>
          </a:xfrm>
        </p:spPr>
        <p:txBody>
          <a:bodyPr/>
          <a:lstStyle>
            <a:lvl1pPr>
              <a:defRPr>
                <a:solidFill>
                  <a:schemeClr val="tx1"/>
                </a:solidFill>
                <a:effectLst/>
              </a:defRPr>
            </a:lvl1pPr>
          </a:lstStyle>
          <a:p>
            <a:fld id="{D7E3ECEC-7E7B-4FB9-BAE8-5C10F12795EA}" type="datetimeFigureOut">
              <a:rPr lang="en-US" smtClean="0"/>
              <a:t>6/10/2026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2393918159"/>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Agenda with Picture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hasCustomPrompt="1"/>
          </p:nvPr>
        </p:nvSpPr>
        <p:spPr>
          <a:xfrm>
            <a:off x="208428" y="5434066"/>
            <a:ext cx="11259672" cy="1340631"/>
          </a:xfrm>
        </p:spPr>
        <p:txBody>
          <a:bodyPr anchor="ctr">
            <a:noAutofit/>
          </a:bodyPr>
          <a:lstStyle>
            <a:lvl1pPr>
              <a:lnSpc>
                <a:spcPct val="80000"/>
              </a:lnSpc>
              <a:defRPr sz="9200">
                <a:solidFill>
                  <a:schemeClr val="accent1"/>
                </a:solidFill>
              </a:defRPr>
            </a:lvl1pPr>
          </a:lstStyle>
          <a:p>
            <a:r>
              <a:rPr lang="en-US" dirty="0"/>
              <a:t>Agenda</a:t>
            </a:r>
          </a:p>
        </p:txBody>
      </p:sp>
      <p:sp>
        <p:nvSpPr>
          <p:cNvPr id="4" name="Picture Placeholder 3">
            <a:extLst>
              <a:ext uri="{FF2B5EF4-FFF2-40B4-BE49-F238E27FC236}">
                <a16:creationId xmlns:a16="http://schemas.microsoft.com/office/drawing/2014/main" id="{9A527762-C88B-23BA-9A3F-621F88C685CC}"/>
              </a:ext>
            </a:extLst>
          </p:cNvPr>
          <p:cNvSpPr>
            <a:spLocks noGrp="1"/>
          </p:cNvSpPr>
          <p:nvPr>
            <p:ph type="pic" sz="quarter" idx="15" hasCustomPrompt="1"/>
          </p:nvPr>
        </p:nvSpPr>
        <p:spPr>
          <a:xfrm>
            <a:off x="0" y="1"/>
            <a:ext cx="7075656" cy="5017475"/>
          </a:xfrm>
          <a:custGeom>
            <a:avLst/>
            <a:gdLst>
              <a:gd name="connsiteX0" fmla="*/ 0 w 7075656"/>
              <a:gd name="connsiteY0" fmla="*/ 0 h 5017475"/>
              <a:gd name="connsiteX1" fmla="*/ 7075656 w 7075656"/>
              <a:gd name="connsiteY1" fmla="*/ 0 h 5017475"/>
              <a:gd name="connsiteX2" fmla="*/ 7075656 w 7075656"/>
              <a:gd name="connsiteY2" fmla="*/ 4515953 h 5017475"/>
              <a:gd name="connsiteX3" fmla="*/ 6574134 w 7075656"/>
              <a:gd name="connsiteY3" fmla="*/ 5017475 h 5017475"/>
              <a:gd name="connsiteX4" fmla="*/ 0 w 7075656"/>
              <a:gd name="connsiteY4" fmla="*/ 5017475 h 5017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75656" h="5017475">
                <a:moveTo>
                  <a:pt x="0" y="0"/>
                </a:moveTo>
                <a:lnTo>
                  <a:pt x="7075656" y="0"/>
                </a:lnTo>
                <a:lnTo>
                  <a:pt x="7075656" y="4515953"/>
                </a:lnTo>
                <a:cubicBezTo>
                  <a:pt x="7075656" y="4792936"/>
                  <a:pt x="6851117" y="5017475"/>
                  <a:pt x="6574134" y="5017475"/>
                </a:cubicBezTo>
                <a:lnTo>
                  <a:pt x="0" y="5017475"/>
                </a:lnTo>
                <a:close/>
              </a:path>
            </a:pathLst>
          </a:custGeom>
          <a:blipFill>
            <a:blip r:embed="rId2">
              <a:alphaModFix amt="75000"/>
            </a:blip>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7701094" y="791110"/>
            <a:ext cx="3767006" cy="4226366"/>
          </a:xfrm>
        </p:spPr>
        <p:txBody>
          <a:bodyPr vert="horz" lIns="91440" tIns="45720" rIns="91440" bIns="45720" rtlCol="0">
            <a:normAutofit/>
          </a:bodyPr>
          <a:lstStyle>
            <a:lvl1pPr marL="342900" indent="-342900">
              <a:buFont typeface="+mj-lt"/>
              <a:buAutoNum type="arabicPeriod"/>
              <a:defRPr lang="en-US" sz="1600" dirty="0"/>
            </a:lvl1pPr>
            <a:lvl2pPr marL="571500" indent="-342900">
              <a:buFont typeface="+mj-lt"/>
              <a:buAutoNum type="arabicPeriod"/>
              <a:defRPr lang="en-US" dirty="0"/>
            </a:lvl2pPr>
            <a:lvl3pPr marL="800100" indent="-342900">
              <a:buFont typeface="+mj-lt"/>
              <a:buAutoNum type="arabicPeriod"/>
              <a:defRPr lang="en-US" dirty="0"/>
            </a:lvl3pPr>
            <a:lvl4pPr marL="1028700" indent="-342900">
              <a:buFont typeface="+mj-lt"/>
              <a:buAutoNum type="arabicPeriod"/>
              <a:defRPr lang="en-US" dirty="0"/>
            </a:lvl4pPr>
            <a:lvl5pPr marL="1257300" indent="-342900">
              <a:buFont typeface="+mj-lt"/>
              <a:buAutoNum type="arabicPeriod"/>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701094" y="190984"/>
            <a:ext cx="2713574" cy="338328"/>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829799" y="190984"/>
            <a:ext cx="1074285" cy="338328"/>
          </a:xfrm>
        </p:spPr>
        <p:txBody>
          <a:bodyPr/>
          <a:lstStyle>
            <a:lvl1pPr>
              <a:defRPr>
                <a:solidFill>
                  <a:schemeClr val="tx1"/>
                </a:solidFill>
                <a:effectLst/>
              </a:defRPr>
            </a:lvl1pPr>
          </a:lstStyle>
          <a:p>
            <a:fld id="{D7E3ECEC-7E7B-4FB9-BAE8-5C10F12795EA}" type="datetimeFigureOut">
              <a:rPr lang="en-US" smtClean="0"/>
              <a:t>6/10/2026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050742" y="190984"/>
            <a:ext cx="457200" cy="338328"/>
          </a:xfrm>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2686127275"/>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289871" y="1717296"/>
            <a:ext cx="5618603" cy="1189805"/>
          </a:xfrm>
        </p:spPr>
        <p:txBody>
          <a:bodyPr anchor="b">
            <a:normAutofit/>
          </a:bodyPr>
          <a:lstStyle>
            <a:lvl1pPr algn="ctr">
              <a:defRPr sz="25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3884734" y="3138477"/>
            <a:ext cx="4428877" cy="2116570"/>
          </a:xfrm>
        </p:spPr>
        <p:txBody>
          <a:bodyPr vert="horz" lIns="91440" tIns="45720" rIns="91440" bIns="45720" rtlCol="0">
            <a:normAutofit/>
          </a:bodyPr>
          <a:lstStyle>
            <a:lvl1pPr marL="0" indent="0" algn="ctr">
              <a:buNone/>
              <a:defRPr lang="en-US" sz="1400" dirty="0"/>
            </a:lvl1pPr>
            <a:lvl2pPr marL="228600" indent="0" algn="ctr">
              <a:buNone/>
              <a:defRPr lang="en-US" sz="1200" dirty="0"/>
            </a:lvl2pPr>
            <a:lvl3pPr marL="457200" indent="0" algn="ctr">
              <a:buNone/>
              <a:defRPr lang="en-US" sz="1100" dirty="0"/>
            </a:lvl3pPr>
            <a:lvl4pPr marL="685800" indent="0" algn="ctr">
              <a:buNone/>
              <a:defRPr lang="en-US" sz="1100" dirty="0"/>
            </a:lvl4pPr>
            <a:lvl5pPr marL="914400" indent="0" algn="ctr">
              <a:buNone/>
              <a:defRPr lang="en-US" sz="11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7E3ECEC-7E7B-4FB9-BAE8-5C10F12795EA}" type="datetimeFigureOut">
              <a:rPr lang="en-US" smtClean="0"/>
              <a:t>6/10/2026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274126970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939160" y="1993392"/>
            <a:ext cx="3097924" cy="2160355"/>
          </a:xfrm>
        </p:spPr>
        <p:txBody>
          <a:bodyPr anchor="t">
            <a:normAutofit/>
          </a:bodyPr>
          <a:lstStyle>
            <a:lvl1pPr>
              <a:defRPr sz="25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439103" y="1993392"/>
            <a:ext cx="4856097" cy="353872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7E3ECEC-7E7B-4FB9-BAE8-5C10F12795EA}" type="datetimeFigureOut">
              <a:rPr lang="en-US" smtClean="0"/>
              <a:t>6/10/2026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365560482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642625" y="1508760"/>
            <a:ext cx="3390442" cy="2857500"/>
          </a:xfrm>
        </p:spPr>
        <p:txBody>
          <a:bodyPr anchor="t">
            <a:normAutofit/>
          </a:bodyPr>
          <a:lstStyle>
            <a:lvl1pPr>
              <a:defRPr sz="25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457596" y="1508760"/>
            <a:ext cx="5233669" cy="4131876"/>
          </a:xfrm>
        </p:spPr>
        <p:txBody>
          <a:bodyPr vert="horz" lIns="91440" tIns="45720" rIns="91440" bIns="45720" rtlCol="0">
            <a:normAutofit/>
          </a:bodyPr>
          <a:lstStyle>
            <a:lvl1pPr>
              <a:defRPr lang="en-US"/>
            </a:lvl1pPr>
            <a:lvl2pPr>
              <a:defRPr lang="en-US"/>
            </a:lvl2pPr>
            <a:lvl3pPr>
              <a:defRPr lang="en-US"/>
            </a:lvl3pPr>
            <a:lvl4pPr>
              <a:defRPr lang="en-US"/>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7E3ECEC-7E7B-4FB9-BAE8-5C10F12795EA}" type="datetimeFigureOut">
              <a:rPr lang="en-US" smtClean="0"/>
              <a:t>6/10/2026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287956488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219200" y="1097280"/>
            <a:ext cx="3205908" cy="3428174"/>
          </a:xfrm>
        </p:spPr>
        <p:txBody>
          <a:bodyPr anchor="t">
            <a:normAutofit/>
          </a:bodyPr>
          <a:lstStyle>
            <a:lvl1pPr>
              <a:defRPr sz="25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846320" y="1098484"/>
            <a:ext cx="6126480" cy="5073716"/>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7E3ECEC-7E7B-4FB9-BAE8-5C10F12795EA}" type="datetimeFigureOut">
              <a:rPr lang="en-US" smtClean="0"/>
              <a:t>6/10/2026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230295543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68096" y="822960"/>
            <a:ext cx="3367238" cy="2031205"/>
          </a:xfrm>
        </p:spPr>
        <p:txBody>
          <a:bodyPr anchor="t">
            <a:normAutofit/>
          </a:bodyPr>
          <a:lstStyle>
            <a:lvl1pPr>
              <a:defRPr sz="25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494998" y="822960"/>
            <a:ext cx="7087401" cy="5349240"/>
          </a:xfrm>
        </p:spPr>
        <p:txBody>
          <a:bodyPr vert="horz" lIns="91440" tIns="45720" rIns="91440" bIns="45720" rtlCol="0">
            <a:normAutofit/>
          </a:bodyPr>
          <a:lstStyle>
            <a:lvl1pPr>
              <a:defRPr lang="en-US"/>
            </a:lvl1pPr>
            <a:lvl2pPr>
              <a:defRPr lang="en-US"/>
            </a:lvl2pPr>
            <a:lvl3pPr>
              <a:defRPr lang="en-US"/>
            </a:lvl3pPr>
            <a:lvl4pPr>
              <a:defRPr lang="en-US"/>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7E3ECEC-7E7B-4FB9-BAE8-5C10F12795EA}" type="datetimeFigureOut">
              <a:rPr lang="en-US" smtClean="0"/>
              <a:t>6/10/2026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200917415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60520" y="822960"/>
            <a:ext cx="7305005" cy="972657"/>
          </a:xfrm>
        </p:spPr>
        <p:txBody>
          <a:bodyPr anchor="t"/>
          <a:lstStyle/>
          <a:p>
            <a:r>
              <a:rPr lang="en-US"/>
              <a:t>Click to edit Master title style</a:t>
            </a:r>
            <a:endParaRPr lang="en-US" dirty="0"/>
          </a:p>
        </p:txBody>
      </p:sp>
      <p:sp>
        <p:nvSpPr>
          <p:cNvPr id="9" name="Picture Placeholder 8">
            <a:extLst>
              <a:ext uri="{FF2B5EF4-FFF2-40B4-BE49-F238E27FC236}">
                <a16:creationId xmlns:a16="http://schemas.microsoft.com/office/drawing/2014/main" id="{F1613FF0-3917-A83C-848B-3D1932393483}"/>
              </a:ext>
            </a:extLst>
          </p:cNvPr>
          <p:cNvSpPr>
            <a:spLocks noGrp="1"/>
          </p:cNvSpPr>
          <p:nvPr>
            <p:ph type="pic" sz="quarter" idx="15" hasCustomPrompt="1"/>
          </p:nvPr>
        </p:nvSpPr>
        <p:spPr>
          <a:xfrm>
            <a:off x="0" y="0"/>
            <a:ext cx="3493008" cy="6107204"/>
          </a:xfrm>
          <a:custGeom>
            <a:avLst/>
            <a:gdLst>
              <a:gd name="connsiteX0" fmla="*/ 0 w 3493008"/>
              <a:gd name="connsiteY0" fmla="*/ 0 h 6107204"/>
              <a:gd name="connsiteX1" fmla="*/ 3493008 w 3493008"/>
              <a:gd name="connsiteY1" fmla="*/ 0 h 6107204"/>
              <a:gd name="connsiteX2" fmla="*/ 3493008 w 3493008"/>
              <a:gd name="connsiteY2" fmla="*/ 5602161 h 6107204"/>
              <a:gd name="connsiteX3" fmla="*/ 2991486 w 3493008"/>
              <a:gd name="connsiteY3" fmla="*/ 6107204 h 6107204"/>
              <a:gd name="connsiteX4" fmla="*/ 0 w 3493008"/>
              <a:gd name="connsiteY4" fmla="*/ 6107204 h 6107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93008" h="6107204">
                <a:moveTo>
                  <a:pt x="0" y="0"/>
                </a:moveTo>
                <a:lnTo>
                  <a:pt x="3493008" y="0"/>
                </a:lnTo>
                <a:lnTo>
                  <a:pt x="3493008" y="5602161"/>
                </a:lnTo>
                <a:cubicBezTo>
                  <a:pt x="3493008" y="5881089"/>
                  <a:pt x="3268469" y="6107204"/>
                  <a:pt x="2991486" y="6107204"/>
                </a:cubicBezTo>
                <a:lnTo>
                  <a:pt x="0" y="6107204"/>
                </a:ln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163095" y="1993392"/>
            <a:ext cx="7305005" cy="41208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D7E3ECEC-7E7B-4FB9-BAE8-5C10F12795EA}" type="datetimeFigureOut">
              <a:rPr lang="en-US" smtClean="0"/>
              <a:t>6/10/2026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332829022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8096" y="822960"/>
            <a:ext cx="7196328" cy="1068324"/>
          </a:xfrm>
        </p:spPr>
        <p:txBody>
          <a:bodyPr anchor="t"/>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68096" y="1996440"/>
            <a:ext cx="7196328" cy="40995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72090" y="6329172"/>
            <a:ext cx="2816835" cy="338328"/>
          </a:xfrm>
        </p:spPr>
        <p:txBody>
          <a:bodyPr/>
          <a:lstStyle>
            <a:lvl1pPr>
              <a:defRPr>
                <a:solidFill>
                  <a:schemeClr val="tx1"/>
                </a:solidFill>
                <a:effectLst/>
              </a:defRPr>
            </a:lvl1p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974104" y="6329172"/>
            <a:ext cx="2660904" cy="338328"/>
          </a:xfrm>
        </p:spPr>
        <p:txBody>
          <a:bodyPr/>
          <a:lstStyle/>
          <a:p>
            <a:fld id="{D7E3ECEC-7E7B-4FB9-BAE8-5C10F12795EA}" type="datetimeFigureOut">
              <a:rPr lang="en-US" smtClean="0"/>
              <a:t>6/10/2026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7809836" y="6329172"/>
            <a:ext cx="457200" cy="338328"/>
          </a:xfrm>
        </p:spPr>
        <p:txBody>
          <a:bodyPr/>
          <a:lstStyle>
            <a:lvl1pPr>
              <a:defRPr>
                <a:solidFill>
                  <a:schemeClr val="tx1"/>
                </a:solidFill>
                <a:effectLst/>
              </a:defRPr>
            </a:lvl1pPr>
          </a:lstStyle>
          <a:p>
            <a:fld id="{235F31FF-4816-4A7C-BAEE-4B5C41A91EB1}" type="slidenum">
              <a:rPr lang="en-US" smtClean="0"/>
              <a:t>‹#›</a:t>
            </a:fld>
            <a:endParaRPr lang="en-US"/>
          </a:p>
        </p:txBody>
      </p:sp>
      <p:sp>
        <p:nvSpPr>
          <p:cNvPr id="11" name="Picture Placeholder 10">
            <a:extLst>
              <a:ext uri="{FF2B5EF4-FFF2-40B4-BE49-F238E27FC236}">
                <a16:creationId xmlns:a16="http://schemas.microsoft.com/office/drawing/2014/main" id="{8BBFAFCD-BCC9-C2BB-355B-1D08B9A7708D}"/>
              </a:ext>
            </a:extLst>
          </p:cNvPr>
          <p:cNvSpPr>
            <a:spLocks noGrp="1"/>
          </p:cNvSpPr>
          <p:nvPr>
            <p:ph type="pic" sz="quarter" idx="15" hasCustomPrompt="1"/>
          </p:nvPr>
        </p:nvSpPr>
        <p:spPr>
          <a:xfrm>
            <a:off x="8698986" y="758460"/>
            <a:ext cx="3493014" cy="6099541"/>
          </a:xfrm>
          <a:custGeom>
            <a:avLst/>
            <a:gdLst>
              <a:gd name="connsiteX0" fmla="*/ 501522 w 3493014"/>
              <a:gd name="connsiteY0" fmla="*/ 0 h 6099541"/>
              <a:gd name="connsiteX1" fmla="*/ 3493014 w 3493014"/>
              <a:gd name="connsiteY1" fmla="*/ 0 h 6099541"/>
              <a:gd name="connsiteX2" fmla="*/ 3493014 w 3493014"/>
              <a:gd name="connsiteY2" fmla="*/ 6099541 h 6099541"/>
              <a:gd name="connsiteX3" fmla="*/ 0 w 3493014"/>
              <a:gd name="connsiteY3" fmla="*/ 6099541 h 6099541"/>
              <a:gd name="connsiteX4" fmla="*/ 0 w 3493014"/>
              <a:gd name="connsiteY4" fmla="*/ 501522 h 6099541"/>
              <a:gd name="connsiteX5" fmla="*/ 501522 w 3493014"/>
              <a:gd name="connsiteY5" fmla="*/ 0 h 6099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93014" h="6099541">
                <a:moveTo>
                  <a:pt x="501522" y="0"/>
                </a:moveTo>
                <a:lnTo>
                  <a:pt x="3493014" y="0"/>
                </a:lnTo>
                <a:lnTo>
                  <a:pt x="3493014" y="6099541"/>
                </a:lnTo>
                <a:lnTo>
                  <a:pt x="0" y="6099541"/>
                </a:lnTo>
                <a:lnTo>
                  <a:pt x="0" y="501522"/>
                </a:lnTo>
                <a:cubicBezTo>
                  <a:pt x="0" y="224539"/>
                  <a:pt x="224539" y="0"/>
                  <a:pt x="501522" y="0"/>
                </a:cubicBezTo>
                <a:close/>
              </a:path>
            </a:pathLst>
          </a:custGeom>
          <a:blipFill>
            <a:blip r:embed="rId2">
              <a:alphaModFix amt="70000"/>
            </a:blip>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148605180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478799" y="374904"/>
            <a:ext cx="8029143" cy="914400"/>
          </a:xfrm>
        </p:spPr>
        <p:txBody>
          <a:bodyPr anchor="b"/>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640F6D4C-AB58-61E2-820C-26713F7162B4}"/>
              </a:ext>
            </a:extLst>
          </p:cNvPr>
          <p:cNvSpPr>
            <a:spLocks noGrp="1"/>
          </p:cNvSpPr>
          <p:nvPr>
            <p:ph type="pic" sz="quarter" idx="15" hasCustomPrompt="1"/>
          </p:nvPr>
        </p:nvSpPr>
        <p:spPr>
          <a:xfrm>
            <a:off x="1" y="0"/>
            <a:ext cx="2812577" cy="6096000"/>
          </a:xfrm>
          <a:custGeom>
            <a:avLst/>
            <a:gdLst>
              <a:gd name="connsiteX0" fmla="*/ 0 w 2812577"/>
              <a:gd name="connsiteY0" fmla="*/ 0 h 6096000"/>
              <a:gd name="connsiteX1" fmla="*/ 2812577 w 2812577"/>
              <a:gd name="connsiteY1" fmla="*/ 0 h 6096000"/>
              <a:gd name="connsiteX2" fmla="*/ 2812577 w 2812577"/>
              <a:gd name="connsiteY2" fmla="*/ 5594478 h 6096000"/>
              <a:gd name="connsiteX3" fmla="*/ 2311055 w 2812577"/>
              <a:gd name="connsiteY3" fmla="*/ 6096000 h 6096000"/>
              <a:gd name="connsiteX4" fmla="*/ 0 w 2812577"/>
              <a:gd name="connsiteY4" fmla="*/ 6096000 h 6096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12577" h="6096000">
                <a:moveTo>
                  <a:pt x="0" y="0"/>
                </a:moveTo>
                <a:lnTo>
                  <a:pt x="2812577" y="0"/>
                </a:lnTo>
                <a:lnTo>
                  <a:pt x="2812577" y="5594478"/>
                </a:lnTo>
                <a:cubicBezTo>
                  <a:pt x="2812577" y="5871461"/>
                  <a:pt x="2588038" y="6096000"/>
                  <a:pt x="2311055" y="6096000"/>
                </a:cubicBezTo>
                <a:lnTo>
                  <a:pt x="0" y="6096000"/>
                </a:lnTo>
                <a:close/>
              </a:path>
            </a:pathLst>
          </a:custGeom>
          <a:blipFill>
            <a:blip r:embed="rId2">
              <a:alphaModFix amt="70000"/>
            </a:blip>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3478798" y="1444752"/>
            <a:ext cx="8029144" cy="47274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3478799" y="6329172"/>
            <a:ext cx="2699608" cy="338328"/>
          </a:xfrm>
        </p:spPr>
        <p:txBody>
          <a:bodyPr/>
          <a:lstStyle>
            <a:lvl1pPr>
              <a:defRPr>
                <a:solidFill>
                  <a:schemeClr val="tx1"/>
                </a:solidFill>
                <a:effectLst/>
              </a:defRPr>
            </a:lvl1p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291411" y="6329172"/>
            <a:ext cx="1612674" cy="338328"/>
          </a:xfrm>
        </p:spPr>
        <p:txBody>
          <a:bodyPr/>
          <a:lstStyle/>
          <a:p>
            <a:fld id="{D7E3ECEC-7E7B-4FB9-BAE8-5C10F12795EA}" type="datetimeFigureOut">
              <a:rPr lang="en-US" smtClean="0"/>
              <a:t>6/10/2026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111243292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8096" y="365760"/>
            <a:ext cx="7935953" cy="914400"/>
          </a:xfrm>
        </p:spPr>
        <p:txBody>
          <a:bodyPr anchor="b"/>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68096" y="1444752"/>
            <a:ext cx="7935953" cy="47274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Picture Placeholder 11">
            <a:extLst>
              <a:ext uri="{FF2B5EF4-FFF2-40B4-BE49-F238E27FC236}">
                <a16:creationId xmlns:a16="http://schemas.microsoft.com/office/drawing/2014/main" id="{365D02ED-881B-AC26-9FB1-E0C7AC5229CD}"/>
              </a:ext>
            </a:extLst>
          </p:cNvPr>
          <p:cNvSpPr>
            <a:spLocks noGrp="1"/>
          </p:cNvSpPr>
          <p:nvPr>
            <p:ph type="pic" sz="quarter" idx="15" hasCustomPrompt="1"/>
          </p:nvPr>
        </p:nvSpPr>
        <p:spPr>
          <a:xfrm>
            <a:off x="9379423" y="0"/>
            <a:ext cx="2812577" cy="6096000"/>
          </a:xfrm>
          <a:custGeom>
            <a:avLst/>
            <a:gdLst>
              <a:gd name="connsiteX0" fmla="*/ 0 w 2812577"/>
              <a:gd name="connsiteY0" fmla="*/ 0 h 6096000"/>
              <a:gd name="connsiteX1" fmla="*/ 2812577 w 2812577"/>
              <a:gd name="connsiteY1" fmla="*/ 0 h 6096000"/>
              <a:gd name="connsiteX2" fmla="*/ 2812577 w 2812577"/>
              <a:gd name="connsiteY2" fmla="*/ 6096000 h 6096000"/>
              <a:gd name="connsiteX3" fmla="*/ 501522 w 2812577"/>
              <a:gd name="connsiteY3" fmla="*/ 6096000 h 6096000"/>
              <a:gd name="connsiteX4" fmla="*/ 0 w 2812577"/>
              <a:gd name="connsiteY4" fmla="*/ 5594478 h 6096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12577" h="6096000">
                <a:moveTo>
                  <a:pt x="0" y="0"/>
                </a:moveTo>
                <a:lnTo>
                  <a:pt x="2812577" y="0"/>
                </a:lnTo>
                <a:lnTo>
                  <a:pt x="2812577" y="6096000"/>
                </a:lnTo>
                <a:lnTo>
                  <a:pt x="501522" y="6096000"/>
                </a:lnTo>
                <a:cubicBezTo>
                  <a:pt x="224539" y="6096000"/>
                  <a:pt x="0" y="5871461"/>
                  <a:pt x="0" y="5594478"/>
                </a:cubicBezTo>
                <a:close/>
              </a:path>
            </a:pathLst>
          </a:custGeom>
          <a:blipFill>
            <a:blip r:embed="rId2">
              <a:alphaModFix amt="70000"/>
            </a:blip>
            <a:stretch>
              <a:fillRect/>
            </a:stretch>
          </a:blipFill>
        </p:spPr>
        <p:txBody>
          <a:bodyPr wrap="square">
            <a:noAutofit/>
          </a:bodyPr>
          <a:lstStyle>
            <a:lvl1pPr marL="0" indent="0">
              <a:buNone/>
              <a:defRPr/>
            </a:lvl1pPr>
          </a:lstStyle>
          <a:p>
            <a:r>
              <a:rPr lang="en-US" dirty="0"/>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68096" y="6329172"/>
            <a:ext cx="2699608" cy="338328"/>
          </a:xfrm>
        </p:spPr>
        <p:txBody>
          <a:bodyPr/>
          <a:lstStyle>
            <a:lvl1pPr>
              <a:defRPr>
                <a:solidFill>
                  <a:schemeClr val="tx1"/>
                </a:solidFill>
                <a:effectLst/>
              </a:defRPr>
            </a:lvl1p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291411" y="6329172"/>
            <a:ext cx="1612674" cy="338328"/>
          </a:xfrm>
        </p:spPr>
        <p:txBody>
          <a:bodyPr/>
          <a:lstStyle/>
          <a:p>
            <a:fld id="{D7E3ECEC-7E7B-4FB9-BAE8-5C10F12795EA}" type="datetimeFigureOut">
              <a:rPr lang="en-US" smtClean="0"/>
              <a:t>6/10/2026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050742" y="6329172"/>
            <a:ext cx="457200" cy="338328"/>
          </a:xfrm>
        </p:spPr>
        <p:txBody>
          <a:bodyPr/>
          <a:lstStyle>
            <a:lvl1pPr>
              <a:defRPr>
                <a:solidFill>
                  <a:schemeClr val="tx1"/>
                </a:solidFill>
                <a:effectLst/>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52392894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481301" y="822960"/>
            <a:ext cx="5986799" cy="1092104"/>
          </a:xfrm>
        </p:spPr>
        <p:txBody>
          <a:bodyPr anchor="t"/>
          <a:lstStyle/>
          <a:p>
            <a:r>
              <a:rPr lang="en-US"/>
              <a:t>Click to edit Master title style</a:t>
            </a:r>
            <a:endParaRPr lang="en-US" dirty="0"/>
          </a:p>
        </p:txBody>
      </p:sp>
      <p:sp>
        <p:nvSpPr>
          <p:cNvPr id="4" name="Picture Placeholder 3">
            <a:extLst>
              <a:ext uri="{FF2B5EF4-FFF2-40B4-BE49-F238E27FC236}">
                <a16:creationId xmlns:a16="http://schemas.microsoft.com/office/drawing/2014/main" id="{3253D553-C5F3-3129-9E70-5FFBFDC9ECE7}"/>
              </a:ext>
            </a:extLst>
          </p:cNvPr>
          <p:cNvSpPr>
            <a:spLocks noGrp="1"/>
          </p:cNvSpPr>
          <p:nvPr>
            <p:ph type="pic" sz="quarter" idx="15" hasCustomPrompt="1"/>
          </p:nvPr>
        </p:nvSpPr>
        <p:spPr>
          <a:xfrm>
            <a:off x="0" y="0"/>
            <a:ext cx="4785141" cy="6096000"/>
          </a:xfrm>
          <a:custGeom>
            <a:avLst/>
            <a:gdLst>
              <a:gd name="connsiteX0" fmla="*/ 0 w 4785141"/>
              <a:gd name="connsiteY0" fmla="*/ 0 h 6096000"/>
              <a:gd name="connsiteX1" fmla="*/ 4785141 w 4785141"/>
              <a:gd name="connsiteY1" fmla="*/ 0 h 6096000"/>
              <a:gd name="connsiteX2" fmla="*/ 4785141 w 4785141"/>
              <a:gd name="connsiteY2" fmla="*/ 5594478 h 6096000"/>
              <a:gd name="connsiteX3" fmla="*/ 4283619 w 4785141"/>
              <a:gd name="connsiteY3" fmla="*/ 6096000 h 6096000"/>
              <a:gd name="connsiteX4" fmla="*/ 0 w 4785141"/>
              <a:gd name="connsiteY4" fmla="*/ 6096000 h 6096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85141" h="6096000">
                <a:moveTo>
                  <a:pt x="0" y="0"/>
                </a:moveTo>
                <a:lnTo>
                  <a:pt x="4785141" y="0"/>
                </a:lnTo>
                <a:lnTo>
                  <a:pt x="4785141" y="5594478"/>
                </a:lnTo>
                <a:cubicBezTo>
                  <a:pt x="4785141" y="5871461"/>
                  <a:pt x="4560602" y="6096000"/>
                  <a:pt x="4283619" y="6096000"/>
                </a:cubicBezTo>
                <a:lnTo>
                  <a:pt x="0" y="6096000"/>
                </a:ln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5481302" y="1996440"/>
            <a:ext cx="5986798" cy="40995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D7E3ECEC-7E7B-4FB9-BAE8-5C10F12795EA}" type="datetimeFigureOut">
              <a:rPr lang="en-US" smtClean="0"/>
              <a:t>6/10/2026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218701828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71726" y="822960"/>
            <a:ext cx="6140334" cy="973212"/>
          </a:xfrm>
        </p:spPr>
        <p:txBody>
          <a:bodyPr anchor="t"/>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71725" y="1996440"/>
            <a:ext cx="6140335" cy="40992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Picture Placeholder 3">
            <a:extLst>
              <a:ext uri="{FF2B5EF4-FFF2-40B4-BE49-F238E27FC236}">
                <a16:creationId xmlns:a16="http://schemas.microsoft.com/office/drawing/2014/main" id="{31088019-00EC-C5EE-FDBA-3FD6E5C52EF8}"/>
              </a:ext>
            </a:extLst>
          </p:cNvPr>
          <p:cNvSpPr>
            <a:spLocks noGrp="1"/>
          </p:cNvSpPr>
          <p:nvPr>
            <p:ph type="pic" sz="quarter" idx="15" hasCustomPrompt="1"/>
          </p:nvPr>
        </p:nvSpPr>
        <p:spPr>
          <a:xfrm>
            <a:off x="7619999" y="0"/>
            <a:ext cx="4572001" cy="6095689"/>
          </a:xfrm>
          <a:custGeom>
            <a:avLst/>
            <a:gdLst>
              <a:gd name="connsiteX0" fmla="*/ 0 w 4572001"/>
              <a:gd name="connsiteY0" fmla="*/ 0 h 6095689"/>
              <a:gd name="connsiteX1" fmla="*/ 4572001 w 4572001"/>
              <a:gd name="connsiteY1" fmla="*/ 0 h 6095689"/>
              <a:gd name="connsiteX2" fmla="*/ 4572001 w 4572001"/>
              <a:gd name="connsiteY2" fmla="*/ 6095689 h 6095689"/>
              <a:gd name="connsiteX3" fmla="*/ 501522 w 4572001"/>
              <a:gd name="connsiteY3" fmla="*/ 6095689 h 6095689"/>
              <a:gd name="connsiteX4" fmla="*/ 0 w 4572001"/>
              <a:gd name="connsiteY4" fmla="*/ 5590205 h 60956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001" h="6095689">
                <a:moveTo>
                  <a:pt x="0" y="0"/>
                </a:moveTo>
                <a:lnTo>
                  <a:pt x="4572001" y="0"/>
                </a:lnTo>
                <a:lnTo>
                  <a:pt x="4572001" y="6095689"/>
                </a:lnTo>
                <a:lnTo>
                  <a:pt x="501522" y="6095689"/>
                </a:lnTo>
                <a:cubicBezTo>
                  <a:pt x="224539" y="6095689"/>
                  <a:pt x="0" y="5869376"/>
                  <a:pt x="0" y="5590205"/>
                </a:cubicBez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 </a:t>
            </a:r>
          </a:p>
        </p:txBody>
      </p:sp>
      <p:sp>
        <p:nvSpPr>
          <p:cNvPr id="9" name="Footer Placeholder 8">
            <a:extLst>
              <a:ext uri="{FF2B5EF4-FFF2-40B4-BE49-F238E27FC236}">
                <a16:creationId xmlns:a16="http://schemas.microsoft.com/office/drawing/2014/main" id="{F1B30B23-B6C4-3723-57BA-D70C99D0320B}"/>
              </a:ext>
            </a:extLst>
          </p:cNvPr>
          <p:cNvSpPr>
            <a:spLocks noGrp="1"/>
          </p:cNvSpPr>
          <p:nvPr>
            <p:ph type="ftr" sz="quarter" idx="17"/>
          </p:nvPr>
        </p:nvSpPr>
        <p:spPr/>
        <p:txBody>
          <a:bodyPr/>
          <a:lstStyle/>
          <a:p>
            <a:endParaRPr lang="en-US"/>
          </a:p>
        </p:txBody>
      </p:sp>
      <p:sp>
        <p:nvSpPr>
          <p:cNvPr id="3" name="Date Placeholder 2">
            <a:extLst>
              <a:ext uri="{FF2B5EF4-FFF2-40B4-BE49-F238E27FC236}">
                <a16:creationId xmlns:a16="http://schemas.microsoft.com/office/drawing/2014/main" id="{B5CB376B-27E9-4CDA-655E-2AE645F1DE44}"/>
              </a:ext>
            </a:extLst>
          </p:cNvPr>
          <p:cNvSpPr>
            <a:spLocks noGrp="1"/>
          </p:cNvSpPr>
          <p:nvPr>
            <p:ph type="dt" sz="half" idx="16"/>
          </p:nvPr>
        </p:nvSpPr>
        <p:spPr/>
        <p:txBody>
          <a:bodyPr/>
          <a:lstStyle/>
          <a:p>
            <a:fld id="{D7E3ECEC-7E7B-4FB9-BAE8-5C10F12795EA}" type="datetimeFigureOut">
              <a:rPr lang="en-US" smtClean="0"/>
              <a:t>6/10/2026</a:t>
            </a:fld>
            <a:endParaRPr lang="en-US"/>
          </a:p>
        </p:txBody>
      </p:sp>
      <p:sp>
        <p:nvSpPr>
          <p:cNvPr id="10" name="Slide Number Placeholder 9">
            <a:extLst>
              <a:ext uri="{FF2B5EF4-FFF2-40B4-BE49-F238E27FC236}">
                <a16:creationId xmlns:a16="http://schemas.microsoft.com/office/drawing/2014/main" id="{4EC5A43C-DD1F-E7E6-BBC8-F953BC288BB0}"/>
              </a:ext>
            </a:extLst>
          </p:cNvPr>
          <p:cNvSpPr>
            <a:spLocks noGrp="1"/>
          </p:cNvSpPr>
          <p:nvPr>
            <p:ph type="sldNum" sz="quarter" idx="18"/>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237755177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223912" y="822960"/>
            <a:ext cx="4243345" cy="1089702"/>
          </a:xfrm>
        </p:spPr>
        <p:txBody>
          <a:bodyPr anchor="t"/>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4DBFBCB5-4A7B-F7B3-9AAF-F908FB128AB0}"/>
              </a:ext>
            </a:extLst>
          </p:cNvPr>
          <p:cNvSpPr>
            <a:spLocks noGrp="1"/>
          </p:cNvSpPr>
          <p:nvPr>
            <p:ph type="pic" sz="quarter" idx="15" hasCustomPrompt="1"/>
          </p:nvPr>
        </p:nvSpPr>
        <p:spPr>
          <a:xfrm>
            <a:off x="0" y="0"/>
            <a:ext cx="6548534" cy="6100464"/>
          </a:xfrm>
          <a:custGeom>
            <a:avLst/>
            <a:gdLst>
              <a:gd name="connsiteX0" fmla="*/ 0 w 6548534"/>
              <a:gd name="connsiteY0" fmla="*/ 0 h 6100464"/>
              <a:gd name="connsiteX1" fmla="*/ 6548534 w 6548534"/>
              <a:gd name="connsiteY1" fmla="*/ 0 h 6100464"/>
              <a:gd name="connsiteX2" fmla="*/ 6548534 w 6548534"/>
              <a:gd name="connsiteY2" fmla="*/ 5595865 h 6100464"/>
              <a:gd name="connsiteX3" fmla="*/ 6047012 w 6548534"/>
              <a:gd name="connsiteY3" fmla="*/ 6100464 h 6100464"/>
              <a:gd name="connsiteX4" fmla="*/ 0 w 6548534"/>
              <a:gd name="connsiteY4" fmla="*/ 6100464 h 61004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8534" h="6100464">
                <a:moveTo>
                  <a:pt x="0" y="0"/>
                </a:moveTo>
                <a:lnTo>
                  <a:pt x="6548534" y="0"/>
                </a:lnTo>
                <a:lnTo>
                  <a:pt x="6548534" y="5595865"/>
                </a:lnTo>
                <a:cubicBezTo>
                  <a:pt x="6548534" y="5874548"/>
                  <a:pt x="6323995" y="6100464"/>
                  <a:pt x="6047012" y="6100464"/>
                </a:cubicBezTo>
                <a:lnTo>
                  <a:pt x="0" y="6100464"/>
                </a:ln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223069" y="1988820"/>
            <a:ext cx="4244188" cy="41116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B8F54AB8-6B4D-C00F-7A9F-6627E7066D2A}"/>
              </a:ext>
            </a:extLst>
          </p:cNvPr>
          <p:cNvSpPr>
            <a:spLocks noGrp="1"/>
          </p:cNvSpPr>
          <p:nvPr>
            <p:ph type="ftr" sz="quarter" idx="17"/>
          </p:nvPr>
        </p:nvSpPr>
        <p:spPr/>
        <p:txBody>
          <a:bodyPr/>
          <a:lstStyle/>
          <a:p>
            <a:endParaRPr lang="en-US"/>
          </a:p>
        </p:txBody>
      </p:sp>
      <p:sp>
        <p:nvSpPr>
          <p:cNvPr id="4" name="Date Placeholder 3">
            <a:extLst>
              <a:ext uri="{FF2B5EF4-FFF2-40B4-BE49-F238E27FC236}">
                <a16:creationId xmlns:a16="http://schemas.microsoft.com/office/drawing/2014/main" id="{DC218C63-B1E1-78F4-CF24-6991FB09C1C4}"/>
              </a:ext>
            </a:extLst>
          </p:cNvPr>
          <p:cNvSpPr>
            <a:spLocks noGrp="1"/>
          </p:cNvSpPr>
          <p:nvPr>
            <p:ph type="dt" sz="half" idx="16"/>
          </p:nvPr>
        </p:nvSpPr>
        <p:spPr/>
        <p:txBody>
          <a:bodyPr/>
          <a:lstStyle/>
          <a:p>
            <a:fld id="{D7E3ECEC-7E7B-4FB9-BAE8-5C10F12795EA}" type="datetimeFigureOut">
              <a:rPr lang="en-US" smtClean="0"/>
              <a:t>6/10/2026</a:t>
            </a:fld>
            <a:endParaRPr lang="en-US"/>
          </a:p>
        </p:txBody>
      </p:sp>
      <p:sp>
        <p:nvSpPr>
          <p:cNvPr id="10" name="Slide Number Placeholder 9">
            <a:extLst>
              <a:ext uri="{FF2B5EF4-FFF2-40B4-BE49-F238E27FC236}">
                <a16:creationId xmlns:a16="http://schemas.microsoft.com/office/drawing/2014/main" id="{BD268E9B-F4A2-5ABF-D43A-3BF4DCADB3FB}"/>
              </a:ext>
            </a:extLst>
          </p:cNvPr>
          <p:cNvSpPr>
            <a:spLocks noGrp="1"/>
          </p:cNvSpPr>
          <p:nvPr>
            <p:ph type="sldNum" sz="quarter" idx="18"/>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272472159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71724" y="822961"/>
            <a:ext cx="4177554" cy="1031240"/>
          </a:xfrm>
        </p:spPr>
        <p:txBody>
          <a:bodyPr anchor="t"/>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71725" y="1993392"/>
            <a:ext cx="4177553" cy="410260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Picture Placeholder 3">
            <a:extLst>
              <a:ext uri="{FF2B5EF4-FFF2-40B4-BE49-F238E27FC236}">
                <a16:creationId xmlns:a16="http://schemas.microsoft.com/office/drawing/2014/main" id="{CD2D7B58-DFF6-BC00-8544-64FC5F7EED57}"/>
              </a:ext>
            </a:extLst>
          </p:cNvPr>
          <p:cNvSpPr>
            <a:spLocks noGrp="1"/>
          </p:cNvSpPr>
          <p:nvPr>
            <p:ph type="pic" sz="quarter" idx="15" hasCustomPrompt="1"/>
          </p:nvPr>
        </p:nvSpPr>
        <p:spPr>
          <a:xfrm>
            <a:off x="5643722" y="0"/>
            <a:ext cx="6548279" cy="6105855"/>
          </a:xfrm>
          <a:custGeom>
            <a:avLst/>
            <a:gdLst>
              <a:gd name="connsiteX0" fmla="*/ 0 w 6548279"/>
              <a:gd name="connsiteY0" fmla="*/ 0 h 6105855"/>
              <a:gd name="connsiteX1" fmla="*/ 6548279 w 6548279"/>
              <a:gd name="connsiteY1" fmla="*/ 0 h 6105855"/>
              <a:gd name="connsiteX2" fmla="*/ 6548279 w 6548279"/>
              <a:gd name="connsiteY2" fmla="*/ 6105855 h 6105855"/>
              <a:gd name="connsiteX3" fmla="*/ 501522 w 6548279"/>
              <a:gd name="connsiteY3" fmla="*/ 6105855 h 6105855"/>
              <a:gd name="connsiteX4" fmla="*/ 0 w 6548279"/>
              <a:gd name="connsiteY4" fmla="*/ 5600680 h 61058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8279" h="6105855">
                <a:moveTo>
                  <a:pt x="0" y="0"/>
                </a:moveTo>
                <a:lnTo>
                  <a:pt x="6548279" y="0"/>
                </a:lnTo>
                <a:lnTo>
                  <a:pt x="6548279" y="6105855"/>
                </a:lnTo>
                <a:lnTo>
                  <a:pt x="501522" y="6105855"/>
                </a:lnTo>
                <a:cubicBezTo>
                  <a:pt x="224539" y="6105855"/>
                  <a:pt x="0" y="5879680"/>
                  <a:pt x="0" y="5600680"/>
                </a:cubicBez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7E3ECEC-7E7B-4FB9-BAE8-5C10F12795EA}" type="datetimeFigureOut">
              <a:rPr lang="en-US" smtClean="0"/>
              <a:t>6/10/2026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296614033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223912" y="822960"/>
            <a:ext cx="4243345" cy="1089702"/>
          </a:xfrm>
        </p:spPr>
        <p:txBody>
          <a:bodyPr anchor="t"/>
          <a:lstStyle/>
          <a:p>
            <a:r>
              <a:rPr lang="en-US"/>
              <a:t>Click to edit Master title style</a:t>
            </a:r>
            <a:endParaRPr lang="en-US" dirty="0"/>
          </a:p>
        </p:txBody>
      </p:sp>
      <p:sp>
        <p:nvSpPr>
          <p:cNvPr id="19" name="Picture Placeholder 18">
            <a:extLst>
              <a:ext uri="{FF2B5EF4-FFF2-40B4-BE49-F238E27FC236}">
                <a16:creationId xmlns:a16="http://schemas.microsoft.com/office/drawing/2014/main" id="{03AE08AD-600E-B6CB-33D0-F11CE0529C45}"/>
              </a:ext>
            </a:extLst>
          </p:cNvPr>
          <p:cNvSpPr>
            <a:spLocks noGrp="1"/>
          </p:cNvSpPr>
          <p:nvPr>
            <p:ph type="pic" sz="quarter" idx="15" hasCustomPrompt="1"/>
          </p:nvPr>
        </p:nvSpPr>
        <p:spPr>
          <a:xfrm>
            <a:off x="1" y="765214"/>
            <a:ext cx="6559827" cy="6092786"/>
          </a:xfrm>
          <a:custGeom>
            <a:avLst/>
            <a:gdLst>
              <a:gd name="connsiteX0" fmla="*/ 0 w 6559827"/>
              <a:gd name="connsiteY0" fmla="*/ 0 h 6092786"/>
              <a:gd name="connsiteX1" fmla="*/ 6058305 w 6559827"/>
              <a:gd name="connsiteY1" fmla="*/ 0 h 6092786"/>
              <a:gd name="connsiteX2" fmla="*/ 6559827 w 6559827"/>
              <a:gd name="connsiteY2" fmla="*/ 501522 h 6092786"/>
              <a:gd name="connsiteX3" fmla="*/ 6559827 w 6559827"/>
              <a:gd name="connsiteY3" fmla="*/ 6092786 h 6092786"/>
              <a:gd name="connsiteX4" fmla="*/ 0 w 6559827"/>
              <a:gd name="connsiteY4" fmla="*/ 6092786 h 60927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59827" h="6092786">
                <a:moveTo>
                  <a:pt x="0" y="0"/>
                </a:moveTo>
                <a:lnTo>
                  <a:pt x="6058305" y="0"/>
                </a:lnTo>
                <a:cubicBezTo>
                  <a:pt x="6335288" y="0"/>
                  <a:pt x="6559827" y="224539"/>
                  <a:pt x="6559827" y="501522"/>
                </a:cubicBezTo>
                <a:lnTo>
                  <a:pt x="6559827" y="6092786"/>
                </a:lnTo>
                <a:lnTo>
                  <a:pt x="0" y="6092786"/>
                </a:lnTo>
                <a:close/>
              </a:path>
            </a:pathLst>
          </a:custGeom>
          <a:blipFill>
            <a:blip r:embed="rId2">
              <a:alphaModFix amt="70000"/>
            </a:blip>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223069" y="1988820"/>
            <a:ext cx="4244188" cy="41071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223069" y="6329172"/>
            <a:ext cx="2816835" cy="338328"/>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601199" y="6329172"/>
            <a:ext cx="1387589" cy="338328"/>
          </a:xfrm>
        </p:spPr>
        <p:txBody>
          <a:bodyPr/>
          <a:lstStyle>
            <a:lvl1pPr>
              <a:defRPr>
                <a:solidFill>
                  <a:schemeClr val="tx1"/>
                </a:solidFill>
                <a:effectLst/>
              </a:defRPr>
            </a:lvl1pPr>
          </a:lstStyle>
          <a:p>
            <a:fld id="{D7E3ECEC-7E7B-4FB9-BAE8-5C10F12795EA}" type="datetimeFigureOut">
              <a:rPr lang="en-US" smtClean="0"/>
              <a:t>6/10/2026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055096" y="6329172"/>
            <a:ext cx="454437" cy="338328"/>
          </a:xfrm>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54626590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8096" y="822324"/>
            <a:ext cx="2959272" cy="1630841"/>
          </a:xfrm>
        </p:spPr>
        <p:txBody>
          <a:bodyPr anchor="t"/>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768096" y="2590800"/>
            <a:ext cx="2959272" cy="3505200"/>
          </a:xfrm>
        </p:spPr>
        <p:txBody>
          <a:bodyPr vert="horz" lIns="91440" tIns="45720" rIns="91440" bIns="45720" rtlCol="0">
            <a:normAutofit/>
          </a:bodyPr>
          <a:lstStyle>
            <a:lvl1pPr marL="285750" indent="-285750">
              <a:buFont typeface="Arial" panose="020B0604020202020204" pitchFamily="34" charset="0"/>
              <a:buChar char="•"/>
              <a:defRPr lang="en-US" dirty="0"/>
            </a:lvl1pPr>
            <a:lvl2pPr marL="400050" indent="-171450">
              <a:buFont typeface="Arial" panose="020B0604020202020204" pitchFamily="34" charset="0"/>
              <a:buChar char="•"/>
              <a:defRPr lang="en-US" dirty="0"/>
            </a:lvl2pPr>
            <a:lvl3pPr marL="628650" indent="-171450">
              <a:buFont typeface="Arial" panose="020B0604020202020204" pitchFamily="34" charset="0"/>
              <a:buChar char="•"/>
              <a:defRPr lang="en-US" dirty="0"/>
            </a:lvl3pPr>
            <a:lvl4pPr marL="857250" indent="-171450">
              <a:buFont typeface="Arial" panose="020B0604020202020204" pitchFamily="34" charset="0"/>
              <a:buChar char="•"/>
              <a:defRPr lang="en-US" dirty="0"/>
            </a:lvl4pPr>
            <a:lvl5pPr marL="1085850" indent="-171450">
              <a:buFont typeface="Arial" panose="020B0604020202020204" pitchFamily="34" charset="0"/>
              <a:buChar cha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68096" y="6327648"/>
            <a:ext cx="1833677" cy="338328"/>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2601773" y="6318659"/>
            <a:ext cx="1092885" cy="338328"/>
          </a:xfrm>
        </p:spPr>
        <p:txBody>
          <a:bodyPr/>
          <a:lstStyle>
            <a:lvl1pPr>
              <a:defRPr>
                <a:solidFill>
                  <a:schemeClr val="tx1"/>
                </a:solidFill>
                <a:effectLst/>
              </a:defRPr>
            </a:lvl1pPr>
          </a:lstStyle>
          <a:p>
            <a:fld id="{D7E3ECEC-7E7B-4FB9-BAE8-5C10F12795EA}" type="datetimeFigureOut">
              <a:rPr lang="en-US" smtClean="0"/>
              <a:t>6/10/2026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3694658" y="6318659"/>
            <a:ext cx="457200" cy="338328"/>
          </a:xfrm>
        </p:spPr>
        <p:txBody>
          <a:bodyPr/>
          <a:lstStyle/>
          <a:p>
            <a:fld id="{235F31FF-4816-4A7C-BAEE-4B5C41A91EB1}" type="slidenum">
              <a:rPr lang="en-US" smtClean="0"/>
              <a:t>‹#›</a:t>
            </a:fld>
            <a:endParaRPr lang="en-US"/>
          </a:p>
        </p:txBody>
      </p:sp>
      <p:sp>
        <p:nvSpPr>
          <p:cNvPr id="12" name="Picture Placeholder 11">
            <a:extLst>
              <a:ext uri="{FF2B5EF4-FFF2-40B4-BE49-F238E27FC236}">
                <a16:creationId xmlns:a16="http://schemas.microsoft.com/office/drawing/2014/main" id="{0A8E9606-29A0-9DB6-D153-C4863559DC60}"/>
              </a:ext>
            </a:extLst>
          </p:cNvPr>
          <p:cNvSpPr>
            <a:spLocks noGrp="1"/>
          </p:cNvSpPr>
          <p:nvPr>
            <p:ph type="pic" sz="quarter" idx="15" hasCustomPrompt="1"/>
          </p:nvPr>
        </p:nvSpPr>
        <p:spPr>
          <a:xfrm>
            <a:off x="4383033" y="765213"/>
            <a:ext cx="7808967" cy="6092787"/>
          </a:xfrm>
          <a:custGeom>
            <a:avLst/>
            <a:gdLst>
              <a:gd name="connsiteX0" fmla="*/ 501522 w 7808967"/>
              <a:gd name="connsiteY0" fmla="*/ 0 h 6092787"/>
              <a:gd name="connsiteX1" fmla="*/ 7808967 w 7808967"/>
              <a:gd name="connsiteY1" fmla="*/ 0 h 6092787"/>
              <a:gd name="connsiteX2" fmla="*/ 7808967 w 7808967"/>
              <a:gd name="connsiteY2" fmla="*/ 6092787 h 6092787"/>
              <a:gd name="connsiteX3" fmla="*/ 0 w 7808967"/>
              <a:gd name="connsiteY3" fmla="*/ 6092787 h 6092787"/>
              <a:gd name="connsiteX4" fmla="*/ 0 w 7808967"/>
              <a:gd name="connsiteY4" fmla="*/ 501522 h 6092787"/>
              <a:gd name="connsiteX5" fmla="*/ 501522 w 7808967"/>
              <a:gd name="connsiteY5" fmla="*/ 0 h 60927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808967" h="6092787">
                <a:moveTo>
                  <a:pt x="501522" y="0"/>
                </a:moveTo>
                <a:lnTo>
                  <a:pt x="7808967" y="0"/>
                </a:lnTo>
                <a:lnTo>
                  <a:pt x="7808967" y="6092787"/>
                </a:lnTo>
                <a:lnTo>
                  <a:pt x="0" y="6092787"/>
                </a:lnTo>
                <a:lnTo>
                  <a:pt x="0" y="501522"/>
                </a:lnTo>
                <a:cubicBezTo>
                  <a:pt x="0" y="224539"/>
                  <a:pt x="224539" y="0"/>
                  <a:pt x="501522" y="0"/>
                </a:cubicBezTo>
                <a:close/>
              </a:path>
            </a:pathLst>
          </a:custGeom>
          <a:blipFill>
            <a:blip r:embed="rId2">
              <a:alphaModFix amt="70000"/>
            </a:blip>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255916720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8096" y="4842437"/>
            <a:ext cx="3636745" cy="1253564"/>
          </a:xfrm>
        </p:spPr>
        <p:txBody>
          <a:bodyPr anchor="t">
            <a:noAutofit/>
          </a:bodyPr>
          <a:lstStyle>
            <a:lvl1pPr>
              <a:defRPr sz="2500"/>
            </a:lvl1pPr>
          </a:lstStyle>
          <a:p>
            <a:r>
              <a:rPr lang="en-US"/>
              <a:t>Click to edit Master title style</a:t>
            </a:r>
            <a:endParaRPr lang="en-US" dirty="0"/>
          </a:p>
        </p:txBody>
      </p:sp>
      <p:sp>
        <p:nvSpPr>
          <p:cNvPr id="9" name="Picture Placeholder 3">
            <a:extLst>
              <a:ext uri="{FF2B5EF4-FFF2-40B4-BE49-F238E27FC236}">
                <a16:creationId xmlns:a16="http://schemas.microsoft.com/office/drawing/2014/main" id="{D90D792C-BF4F-3E3A-5C82-8AA602818235}"/>
              </a:ext>
            </a:extLst>
          </p:cNvPr>
          <p:cNvSpPr>
            <a:spLocks noGrp="1"/>
          </p:cNvSpPr>
          <p:nvPr>
            <p:ph type="pic" sz="quarter" idx="15" hasCustomPrompt="1"/>
          </p:nvPr>
        </p:nvSpPr>
        <p:spPr>
          <a:xfrm>
            <a:off x="0" y="0"/>
            <a:ext cx="11468100" cy="4354140"/>
          </a:xfrm>
          <a:custGeom>
            <a:avLst/>
            <a:gdLst>
              <a:gd name="connsiteX0" fmla="*/ 0 w 11468100"/>
              <a:gd name="connsiteY0" fmla="*/ 0 h 4354140"/>
              <a:gd name="connsiteX1" fmla="*/ 11468100 w 11468100"/>
              <a:gd name="connsiteY1" fmla="*/ 0 h 4354140"/>
              <a:gd name="connsiteX2" fmla="*/ 11468100 w 11468100"/>
              <a:gd name="connsiteY2" fmla="*/ 3852618 h 4354140"/>
              <a:gd name="connsiteX3" fmla="*/ 10965387 w 11468100"/>
              <a:gd name="connsiteY3" fmla="*/ 4354140 h 4354140"/>
              <a:gd name="connsiteX4" fmla="*/ 0 w 11468100"/>
              <a:gd name="connsiteY4" fmla="*/ 4354140 h 43541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68100" h="4354140">
                <a:moveTo>
                  <a:pt x="0" y="0"/>
                </a:moveTo>
                <a:lnTo>
                  <a:pt x="11468100" y="0"/>
                </a:lnTo>
                <a:lnTo>
                  <a:pt x="11468100" y="3852618"/>
                </a:lnTo>
                <a:cubicBezTo>
                  <a:pt x="11468100" y="4129601"/>
                  <a:pt x="11243028" y="4354140"/>
                  <a:pt x="10965387" y="4354140"/>
                </a:cubicBezTo>
                <a:lnTo>
                  <a:pt x="0" y="4354140"/>
                </a:ln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889635" y="4854632"/>
            <a:ext cx="6579807" cy="1393767"/>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7E3ECEC-7E7B-4FB9-BAE8-5C10F12795EA}" type="datetimeFigureOut">
              <a:rPr lang="en-US" smtClean="0"/>
              <a:t>6/10/2026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185934019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72090" y="4095740"/>
            <a:ext cx="3242191" cy="1704459"/>
          </a:xfrm>
        </p:spPr>
        <p:txBody>
          <a:bodyPr anchor="t">
            <a:noAutofit/>
          </a:bodyPr>
          <a:lstStyle>
            <a:lvl1pPr>
              <a:defRPr sz="2500"/>
            </a:lvl1pPr>
          </a:lstStyle>
          <a:p>
            <a:r>
              <a:rPr lang="en-US"/>
              <a:t>Click to edit Master title style</a:t>
            </a:r>
            <a:endParaRPr lang="en-US" dirty="0"/>
          </a:p>
        </p:txBody>
      </p:sp>
      <p:sp>
        <p:nvSpPr>
          <p:cNvPr id="9" name="Picture Placeholder 8">
            <a:extLst>
              <a:ext uri="{FF2B5EF4-FFF2-40B4-BE49-F238E27FC236}">
                <a16:creationId xmlns:a16="http://schemas.microsoft.com/office/drawing/2014/main" id="{C842B8C5-7416-8C92-3E56-737867305A74}"/>
              </a:ext>
            </a:extLst>
          </p:cNvPr>
          <p:cNvSpPr>
            <a:spLocks noGrp="1"/>
          </p:cNvSpPr>
          <p:nvPr>
            <p:ph type="pic" sz="quarter" idx="15" hasCustomPrompt="1"/>
          </p:nvPr>
        </p:nvSpPr>
        <p:spPr>
          <a:xfrm>
            <a:off x="0" y="0"/>
            <a:ext cx="11468100" cy="3659602"/>
          </a:xfrm>
          <a:custGeom>
            <a:avLst/>
            <a:gdLst>
              <a:gd name="connsiteX0" fmla="*/ 0 w 11468100"/>
              <a:gd name="connsiteY0" fmla="*/ 0 h 3659602"/>
              <a:gd name="connsiteX1" fmla="*/ 11468100 w 11468100"/>
              <a:gd name="connsiteY1" fmla="*/ 0 h 3659602"/>
              <a:gd name="connsiteX2" fmla="*/ 11468100 w 11468100"/>
              <a:gd name="connsiteY2" fmla="*/ 3158080 h 3659602"/>
              <a:gd name="connsiteX3" fmla="*/ 10964923 w 11468100"/>
              <a:gd name="connsiteY3" fmla="*/ 3659602 h 3659602"/>
              <a:gd name="connsiteX4" fmla="*/ 0 w 11468100"/>
              <a:gd name="connsiteY4" fmla="*/ 3659602 h 36596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68100" h="3659602">
                <a:moveTo>
                  <a:pt x="0" y="0"/>
                </a:moveTo>
                <a:lnTo>
                  <a:pt x="11468100" y="0"/>
                </a:lnTo>
                <a:lnTo>
                  <a:pt x="11468100" y="3158080"/>
                </a:lnTo>
                <a:cubicBezTo>
                  <a:pt x="11468100" y="3435063"/>
                  <a:pt x="11242820" y="3659602"/>
                  <a:pt x="10964923" y="3659602"/>
                </a:cubicBezTo>
                <a:lnTo>
                  <a:pt x="0" y="3659602"/>
                </a:ln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375355" y="4095740"/>
            <a:ext cx="7092745" cy="2006016"/>
          </a:xfrm>
        </p:spPr>
        <p:txBody>
          <a:bodyPr vert="horz" lIns="91440" tIns="45720" rIns="91440" bIns="45720" rtlCol="0">
            <a:normAutofit/>
          </a:bodyPr>
          <a:lstStyle>
            <a:lvl1pPr>
              <a:defRPr lang="en-US"/>
            </a:lvl1pPr>
            <a:lvl2pPr>
              <a:defRPr lang="en-US"/>
            </a:lvl2pPr>
            <a:lvl3pPr>
              <a:defRPr lang="en-US"/>
            </a:lvl3pPr>
            <a:lvl4pPr>
              <a:defRPr lang="en-US"/>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7E3ECEC-7E7B-4FB9-BAE8-5C10F12795EA}" type="datetimeFigureOut">
              <a:rPr lang="en-US" smtClean="0"/>
              <a:t>6/10/2026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16147924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8096" y="822960"/>
            <a:ext cx="3159974" cy="1612741"/>
          </a:xfrm>
        </p:spPr>
        <p:txBody>
          <a:bodyPr anchor="t">
            <a:noAutofit/>
          </a:bodyPr>
          <a:lstStyle>
            <a:lvl1pPr>
              <a:defRPr sz="2500"/>
            </a:lvl1pPr>
          </a:lstStyle>
          <a:p>
            <a:r>
              <a:rPr lang="en-US"/>
              <a:t>Click to edit Master title style</a:t>
            </a:r>
            <a:endParaRPr lang="en-US" dirty="0"/>
          </a:p>
        </p:txBody>
      </p:sp>
      <p:sp>
        <p:nvSpPr>
          <p:cNvPr id="9" name="Footer Placeholder 8">
            <a:extLst>
              <a:ext uri="{FF2B5EF4-FFF2-40B4-BE49-F238E27FC236}">
                <a16:creationId xmlns:a16="http://schemas.microsoft.com/office/drawing/2014/main" id="{C0D06C70-6C8E-0F10-743F-047DC1563DEE}"/>
              </a:ext>
            </a:extLst>
          </p:cNvPr>
          <p:cNvSpPr>
            <a:spLocks noGrp="1"/>
          </p:cNvSpPr>
          <p:nvPr>
            <p:ph type="ftr" sz="quarter" idx="17"/>
          </p:nvPr>
        </p:nvSpPr>
        <p:spPr>
          <a:xfrm>
            <a:off x="772090" y="64008"/>
            <a:ext cx="2816835" cy="338328"/>
          </a:xfrm>
        </p:spPr>
        <p:txBody>
          <a:bodyPr/>
          <a:lstStyle/>
          <a:p>
            <a:endParaRPr lang="en-US"/>
          </a:p>
        </p:txBody>
      </p:sp>
      <p:sp>
        <p:nvSpPr>
          <p:cNvPr id="3" name="Date Placeholder 2">
            <a:extLst>
              <a:ext uri="{FF2B5EF4-FFF2-40B4-BE49-F238E27FC236}">
                <a16:creationId xmlns:a16="http://schemas.microsoft.com/office/drawing/2014/main" id="{984B292A-7A06-6DDC-E8C4-EBEEF5A46C03}"/>
              </a:ext>
            </a:extLst>
          </p:cNvPr>
          <p:cNvSpPr>
            <a:spLocks noGrp="1"/>
          </p:cNvSpPr>
          <p:nvPr>
            <p:ph type="dt" sz="half" idx="16"/>
          </p:nvPr>
        </p:nvSpPr>
        <p:spPr>
          <a:xfrm>
            <a:off x="9291411" y="64008"/>
            <a:ext cx="1612674" cy="338328"/>
          </a:xfrm>
        </p:spPr>
        <p:txBody>
          <a:bodyPr/>
          <a:lstStyle/>
          <a:p>
            <a:fld id="{D7E3ECEC-7E7B-4FB9-BAE8-5C10F12795EA}" type="datetimeFigureOut">
              <a:rPr lang="en-US" smtClean="0"/>
              <a:t>6/10/2026</a:t>
            </a:fld>
            <a:endParaRPr lang="en-US"/>
          </a:p>
        </p:txBody>
      </p:sp>
      <p:sp>
        <p:nvSpPr>
          <p:cNvPr id="10" name="Slide Number Placeholder 9">
            <a:extLst>
              <a:ext uri="{FF2B5EF4-FFF2-40B4-BE49-F238E27FC236}">
                <a16:creationId xmlns:a16="http://schemas.microsoft.com/office/drawing/2014/main" id="{5D35E09C-E9FB-8393-0705-FD349F06C4C1}"/>
              </a:ext>
            </a:extLst>
          </p:cNvPr>
          <p:cNvSpPr>
            <a:spLocks noGrp="1"/>
          </p:cNvSpPr>
          <p:nvPr>
            <p:ph type="sldNum" sz="quarter" idx="18"/>
          </p:nvPr>
        </p:nvSpPr>
        <p:spPr>
          <a:xfrm>
            <a:off x="11050742" y="64008"/>
            <a:ext cx="457200" cy="338328"/>
          </a:xfrm>
        </p:spPr>
        <p:txBody>
          <a:bodyPr/>
          <a:lstStyle/>
          <a:p>
            <a:fld id="{235F31FF-4816-4A7C-BAEE-4B5C41A91EB1}" type="slidenum">
              <a:rPr lang="en-US" smtClean="0"/>
              <a:t>‹#›</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375355" y="822959"/>
            <a:ext cx="7092745" cy="1998677"/>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Picture Placeholder 3">
            <a:extLst>
              <a:ext uri="{FF2B5EF4-FFF2-40B4-BE49-F238E27FC236}">
                <a16:creationId xmlns:a16="http://schemas.microsoft.com/office/drawing/2014/main" id="{190B4482-E492-864A-9429-7F3F86067CBD}"/>
              </a:ext>
            </a:extLst>
          </p:cNvPr>
          <p:cNvSpPr>
            <a:spLocks noGrp="1"/>
          </p:cNvSpPr>
          <p:nvPr>
            <p:ph type="pic" sz="quarter" idx="15" hasCustomPrompt="1"/>
          </p:nvPr>
        </p:nvSpPr>
        <p:spPr>
          <a:xfrm>
            <a:off x="0" y="3268078"/>
            <a:ext cx="11468100" cy="3589922"/>
          </a:xfrm>
          <a:custGeom>
            <a:avLst/>
            <a:gdLst>
              <a:gd name="connsiteX0" fmla="*/ 0 w 11468100"/>
              <a:gd name="connsiteY0" fmla="*/ 0 h 3589922"/>
              <a:gd name="connsiteX1" fmla="*/ 10964923 w 11468100"/>
              <a:gd name="connsiteY1" fmla="*/ 0 h 3589922"/>
              <a:gd name="connsiteX2" fmla="*/ 11468100 w 11468100"/>
              <a:gd name="connsiteY2" fmla="*/ 501522 h 3589922"/>
              <a:gd name="connsiteX3" fmla="*/ 11468100 w 11468100"/>
              <a:gd name="connsiteY3" fmla="*/ 3589922 h 3589922"/>
              <a:gd name="connsiteX4" fmla="*/ 0 w 11468100"/>
              <a:gd name="connsiteY4" fmla="*/ 3589922 h 35899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68100" h="3589922">
                <a:moveTo>
                  <a:pt x="0" y="0"/>
                </a:moveTo>
                <a:lnTo>
                  <a:pt x="10964923" y="0"/>
                </a:lnTo>
                <a:cubicBezTo>
                  <a:pt x="11242820" y="0"/>
                  <a:pt x="11468100" y="224539"/>
                  <a:pt x="11468100" y="501522"/>
                </a:cubicBezTo>
                <a:lnTo>
                  <a:pt x="11468100" y="3589922"/>
                </a:lnTo>
                <a:lnTo>
                  <a:pt x="0" y="3589922"/>
                </a:lnTo>
                <a:close/>
              </a:path>
            </a:pathLst>
          </a:custGeom>
          <a:blipFill>
            <a:blip r:embed="rId2">
              <a:alphaModFix amt="70000"/>
            </a:blip>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69146694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72090" y="3316097"/>
            <a:ext cx="3242191" cy="1704459"/>
          </a:xfrm>
        </p:spPr>
        <p:txBody>
          <a:bodyPr anchor="t">
            <a:noAutofit/>
          </a:bodyPr>
          <a:lstStyle>
            <a:lvl1pPr>
              <a:defRPr sz="2500"/>
            </a:lvl1pPr>
          </a:lstStyle>
          <a:p>
            <a:r>
              <a:rPr lang="en-US"/>
              <a:t>Click to edit Master title style</a:t>
            </a:r>
            <a:endParaRPr lang="en-US" dirty="0"/>
          </a:p>
        </p:txBody>
      </p:sp>
      <p:sp>
        <p:nvSpPr>
          <p:cNvPr id="4" name="Picture Placeholder 3">
            <a:extLst>
              <a:ext uri="{FF2B5EF4-FFF2-40B4-BE49-F238E27FC236}">
                <a16:creationId xmlns:a16="http://schemas.microsoft.com/office/drawing/2014/main" id="{D6389053-627F-50C3-46B2-6517FF15D614}"/>
              </a:ext>
            </a:extLst>
          </p:cNvPr>
          <p:cNvSpPr>
            <a:spLocks noGrp="1"/>
          </p:cNvSpPr>
          <p:nvPr>
            <p:ph type="pic" sz="quarter" idx="15" hasCustomPrompt="1"/>
          </p:nvPr>
        </p:nvSpPr>
        <p:spPr>
          <a:xfrm>
            <a:off x="0" y="1"/>
            <a:ext cx="11468100" cy="2879959"/>
          </a:xfrm>
          <a:custGeom>
            <a:avLst/>
            <a:gdLst>
              <a:gd name="connsiteX0" fmla="*/ 0 w 11468100"/>
              <a:gd name="connsiteY0" fmla="*/ 0 h 2879959"/>
              <a:gd name="connsiteX1" fmla="*/ 11468100 w 11468100"/>
              <a:gd name="connsiteY1" fmla="*/ 0 h 2879959"/>
              <a:gd name="connsiteX2" fmla="*/ 11468100 w 11468100"/>
              <a:gd name="connsiteY2" fmla="*/ 2378437 h 2879959"/>
              <a:gd name="connsiteX3" fmla="*/ 10964923 w 11468100"/>
              <a:gd name="connsiteY3" fmla="*/ 2879959 h 2879959"/>
              <a:gd name="connsiteX4" fmla="*/ 0 w 11468100"/>
              <a:gd name="connsiteY4" fmla="*/ 2879959 h 28799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68100" h="2879959">
                <a:moveTo>
                  <a:pt x="0" y="0"/>
                </a:moveTo>
                <a:lnTo>
                  <a:pt x="11468100" y="0"/>
                </a:lnTo>
                <a:lnTo>
                  <a:pt x="11468100" y="2378437"/>
                </a:lnTo>
                <a:cubicBezTo>
                  <a:pt x="11468100" y="2655420"/>
                  <a:pt x="11242820" y="2879959"/>
                  <a:pt x="10964923" y="2879959"/>
                </a:cubicBezTo>
                <a:lnTo>
                  <a:pt x="0" y="2879959"/>
                </a:ln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375355" y="3316096"/>
            <a:ext cx="7092745" cy="285292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7E3ECEC-7E7B-4FB9-BAE8-5C10F12795EA}" type="datetimeFigureOut">
              <a:rPr lang="en-US" smtClean="0"/>
              <a:t>6/10/2026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319439178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8096" y="822960"/>
            <a:ext cx="10706100" cy="604428"/>
          </a:xfrm>
        </p:spPr>
        <p:txBody>
          <a:bodyPr anchor="t"/>
          <a:lstStyle/>
          <a:p>
            <a:r>
              <a:rPr lang="en-US"/>
              <a:t>Click to edit Master title style</a:t>
            </a:r>
            <a:endParaRPr lang="en-US" dirty="0"/>
          </a:p>
        </p:txBody>
      </p:sp>
      <p:sp>
        <p:nvSpPr>
          <p:cNvPr id="4" name="Picture Placeholder 3">
            <a:extLst>
              <a:ext uri="{FF2B5EF4-FFF2-40B4-BE49-F238E27FC236}">
                <a16:creationId xmlns:a16="http://schemas.microsoft.com/office/drawing/2014/main" id="{5F790B68-0230-A98B-796E-2C008AC2CC5D}"/>
              </a:ext>
            </a:extLst>
          </p:cNvPr>
          <p:cNvSpPr>
            <a:spLocks noGrp="1"/>
          </p:cNvSpPr>
          <p:nvPr>
            <p:ph type="pic" sz="quarter" idx="15" hasCustomPrompt="1"/>
          </p:nvPr>
        </p:nvSpPr>
        <p:spPr>
          <a:xfrm>
            <a:off x="0" y="1750092"/>
            <a:ext cx="6553940" cy="5107908"/>
          </a:xfrm>
          <a:custGeom>
            <a:avLst/>
            <a:gdLst>
              <a:gd name="connsiteX0" fmla="*/ 0 w 6553940"/>
              <a:gd name="connsiteY0" fmla="*/ 0 h 5107908"/>
              <a:gd name="connsiteX1" fmla="*/ 6118541 w 6553940"/>
              <a:gd name="connsiteY1" fmla="*/ 0 h 5107908"/>
              <a:gd name="connsiteX2" fmla="*/ 6553940 w 6553940"/>
              <a:gd name="connsiteY2" fmla="*/ 439618 h 5107908"/>
              <a:gd name="connsiteX3" fmla="*/ 6553940 w 6553940"/>
              <a:gd name="connsiteY3" fmla="*/ 5107908 h 5107908"/>
              <a:gd name="connsiteX4" fmla="*/ 0 w 6553940"/>
              <a:gd name="connsiteY4" fmla="*/ 5107908 h 51079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53940" h="5107908">
                <a:moveTo>
                  <a:pt x="0" y="0"/>
                </a:moveTo>
                <a:lnTo>
                  <a:pt x="6118541" y="0"/>
                </a:lnTo>
                <a:cubicBezTo>
                  <a:pt x="6359005" y="0"/>
                  <a:pt x="6553940" y="196824"/>
                  <a:pt x="6553940" y="439618"/>
                </a:cubicBezTo>
                <a:lnTo>
                  <a:pt x="6553940" y="5107908"/>
                </a:lnTo>
                <a:lnTo>
                  <a:pt x="0" y="5107908"/>
                </a:ln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7199994" y="1679171"/>
            <a:ext cx="4268106" cy="449302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199994" y="6389695"/>
            <a:ext cx="2183822" cy="338328"/>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373704" y="6389695"/>
            <a:ext cx="1625600" cy="338328"/>
          </a:xfrm>
        </p:spPr>
        <p:txBody>
          <a:bodyPr/>
          <a:lstStyle/>
          <a:p>
            <a:fld id="{D7E3ECEC-7E7B-4FB9-BAE8-5C10F12795EA}" type="datetimeFigureOut">
              <a:rPr lang="en-US" smtClean="0"/>
              <a:t>6/10/2026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25200" y="6389695"/>
            <a:ext cx="457200" cy="338328"/>
          </a:xfrm>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310868357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8096" y="822959"/>
            <a:ext cx="4811167" cy="916991"/>
          </a:xfrm>
        </p:spPr>
        <p:txBody>
          <a:bodyPr anchor="t"/>
          <a:lstStyle/>
          <a:p>
            <a:r>
              <a:rPr lang="en-US"/>
              <a:t>Click to edit Master title style</a:t>
            </a:r>
            <a:endParaRPr lang="en-US" dirty="0"/>
          </a:p>
        </p:txBody>
      </p:sp>
      <p:sp>
        <p:nvSpPr>
          <p:cNvPr id="12" name="Picture Placeholder 11">
            <a:extLst>
              <a:ext uri="{FF2B5EF4-FFF2-40B4-BE49-F238E27FC236}">
                <a16:creationId xmlns:a16="http://schemas.microsoft.com/office/drawing/2014/main" id="{40936EEA-460B-E34D-8B9C-832ADF15E401}"/>
              </a:ext>
            </a:extLst>
          </p:cNvPr>
          <p:cNvSpPr>
            <a:spLocks noGrp="1"/>
          </p:cNvSpPr>
          <p:nvPr>
            <p:ph type="pic" sz="quarter" idx="15" hasCustomPrompt="1"/>
          </p:nvPr>
        </p:nvSpPr>
        <p:spPr>
          <a:xfrm>
            <a:off x="1" y="1958288"/>
            <a:ext cx="5620853" cy="4899713"/>
          </a:xfrm>
          <a:custGeom>
            <a:avLst/>
            <a:gdLst>
              <a:gd name="connsiteX0" fmla="*/ 0 w 5620853"/>
              <a:gd name="connsiteY0" fmla="*/ 0 h 4899713"/>
              <a:gd name="connsiteX1" fmla="*/ 5119331 w 5620853"/>
              <a:gd name="connsiteY1" fmla="*/ 0 h 4899713"/>
              <a:gd name="connsiteX2" fmla="*/ 5620853 w 5620853"/>
              <a:gd name="connsiteY2" fmla="*/ 501522 h 4899713"/>
              <a:gd name="connsiteX3" fmla="*/ 5620853 w 5620853"/>
              <a:gd name="connsiteY3" fmla="*/ 4899713 h 4899713"/>
              <a:gd name="connsiteX4" fmla="*/ 0 w 5620853"/>
              <a:gd name="connsiteY4" fmla="*/ 4899713 h 48997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20853" h="4899713">
                <a:moveTo>
                  <a:pt x="0" y="0"/>
                </a:moveTo>
                <a:lnTo>
                  <a:pt x="5119331" y="0"/>
                </a:lnTo>
                <a:cubicBezTo>
                  <a:pt x="5396314" y="0"/>
                  <a:pt x="5620853" y="224539"/>
                  <a:pt x="5620853" y="501522"/>
                </a:cubicBezTo>
                <a:lnTo>
                  <a:pt x="5620853" y="4899713"/>
                </a:lnTo>
                <a:lnTo>
                  <a:pt x="0" y="4899713"/>
                </a:ln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314184" y="822960"/>
            <a:ext cx="5153915" cy="52730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311795" y="6387559"/>
            <a:ext cx="2868392" cy="338328"/>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331917" y="6387559"/>
            <a:ext cx="1658678" cy="338328"/>
          </a:xfrm>
        </p:spPr>
        <p:txBody>
          <a:bodyPr/>
          <a:lstStyle/>
          <a:p>
            <a:fld id="{D7E3ECEC-7E7B-4FB9-BAE8-5C10F12795EA}" type="datetimeFigureOut">
              <a:rPr lang="en-US" smtClean="0"/>
              <a:t>6/10/2026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2325" y="6387559"/>
            <a:ext cx="457200" cy="338328"/>
          </a:xfrm>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293460536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8096" y="822960"/>
            <a:ext cx="3383280" cy="1269365"/>
          </a:xfrm>
        </p:spPr>
        <p:txBody>
          <a:bodyPr anchor="t">
            <a:normAutofit/>
          </a:bodyPr>
          <a:lstStyle>
            <a:lvl1pPr>
              <a:defRPr sz="2500"/>
            </a:lvl1pPr>
          </a:lstStyle>
          <a:p>
            <a:r>
              <a:rPr lang="en-US"/>
              <a:t>Click to edit Master title style</a:t>
            </a:r>
            <a:endParaRPr lang="en-US" dirty="0"/>
          </a:p>
        </p:txBody>
      </p:sp>
      <p:sp>
        <p:nvSpPr>
          <p:cNvPr id="11" name="Picture Placeholder 9">
            <a:extLst>
              <a:ext uri="{FF2B5EF4-FFF2-40B4-BE49-F238E27FC236}">
                <a16:creationId xmlns:a16="http://schemas.microsoft.com/office/drawing/2014/main" id="{2E39E907-908A-148E-8CF0-2C3161E428B4}"/>
              </a:ext>
            </a:extLst>
          </p:cNvPr>
          <p:cNvSpPr>
            <a:spLocks noGrp="1"/>
          </p:cNvSpPr>
          <p:nvPr>
            <p:ph type="pic" sz="quarter" idx="15" hasCustomPrompt="1"/>
          </p:nvPr>
        </p:nvSpPr>
        <p:spPr>
          <a:xfrm>
            <a:off x="1" y="2387462"/>
            <a:ext cx="4145281" cy="4470539"/>
          </a:xfrm>
          <a:custGeom>
            <a:avLst/>
            <a:gdLst>
              <a:gd name="connsiteX0" fmla="*/ 0 w 4145281"/>
              <a:gd name="connsiteY0" fmla="*/ 0 h 4470539"/>
              <a:gd name="connsiteX1" fmla="*/ 3629230 w 4145281"/>
              <a:gd name="connsiteY1" fmla="*/ 0 h 4470539"/>
              <a:gd name="connsiteX2" fmla="*/ 4145281 w 4145281"/>
              <a:gd name="connsiteY2" fmla="*/ 516051 h 4470539"/>
              <a:gd name="connsiteX3" fmla="*/ 4145281 w 4145281"/>
              <a:gd name="connsiteY3" fmla="*/ 4470539 h 4470539"/>
              <a:gd name="connsiteX4" fmla="*/ 0 w 4145281"/>
              <a:gd name="connsiteY4" fmla="*/ 4470539 h 44705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45281" h="4470539">
                <a:moveTo>
                  <a:pt x="0" y="0"/>
                </a:moveTo>
                <a:lnTo>
                  <a:pt x="3629230" y="0"/>
                </a:lnTo>
                <a:cubicBezTo>
                  <a:pt x="3914237" y="0"/>
                  <a:pt x="4145281" y="231044"/>
                  <a:pt x="4145281" y="516051"/>
                </a:cubicBezTo>
                <a:lnTo>
                  <a:pt x="4145281" y="4470539"/>
                </a:lnTo>
                <a:lnTo>
                  <a:pt x="0" y="4470539"/>
                </a:ln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839479" y="781685"/>
            <a:ext cx="6628621" cy="539051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5146266" y="6388215"/>
            <a:ext cx="2969008" cy="338328"/>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8432999" y="6388215"/>
            <a:ext cx="2558901" cy="338328"/>
          </a:xfrm>
        </p:spPr>
        <p:txBody>
          <a:bodyPr/>
          <a:lstStyle/>
          <a:p>
            <a:fld id="{D7E3ECEC-7E7B-4FB9-BAE8-5C10F12795EA}" type="datetimeFigureOut">
              <a:rPr lang="en-US" smtClean="0"/>
              <a:t>6/10/2026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2323" y="6388215"/>
            <a:ext cx="457200" cy="338328"/>
          </a:xfrm>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357484371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Number Large">
    <p:bg>
      <p:bgPr>
        <a:solidFill>
          <a:schemeClr val="tx2"/>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6EF0D11-5ED9-D2C8-48DF-CDDD85CEAC2D}"/>
              </a:ext>
              <a:ext uri="{C183D7F6-B498-43B3-948B-1728B52AA6E4}">
                <adec:decorative xmlns:adec="http://schemas.microsoft.com/office/drawing/2017/decorative" val="1"/>
              </a:ext>
            </a:extLst>
          </p:cNvPr>
          <p:cNvSpPr/>
          <p:nvPr/>
        </p:nvSpPr>
        <p:spPr>
          <a:xfrm>
            <a:off x="-1524" y="0"/>
            <a:ext cx="12192000" cy="6858000"/>
          </a:xfrm>
          <a:prstGeom prst="rect">
            <a:avLst/>
          </a:prstGeom>
          <a:solidFill>
            <a:schemeClr val="accent3">
              <a:alpha val="6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2" name="Title 1">
            <a:extLst>
              <a:ext uri="{FF2B5EF4-FFF2-40B4-BE49-F238E27FC236}">
                <a16:creationId xmlns:a16="http://schemas.microsoft.com/office/drawing/2014/main" id="{33C62E16-021E-429D-57AF-0AC1B2666E43}"/>
              </a:ext>
            </a:extLst>
          </p:cNvPr>
          <p:cNvSpPr>
            <a:spLocks noGrp="1"/>
          </p:cNvSpPr>
          <p:nvPr>
            <p:ph type="title"/>
          </p:nvPr>
        </p:nvSpPr>
        <p:spPr>
          <a:xfrm>
            <a:off x="1389888" y="4809744"/>
            <a:ext cx="9345168" cy="1225296"/>
          </a:xfrm>
        </p:spPr>
        <p:txBody>
          <a:bodyPr anchor="t">
            <a:normAutofit/>
          </a:bodyPr>
          <a:lstStyle>
            <a:lvl1pPr algn="ctr">
              <a:lnSpc>
                <a:spcPct val="120000"/>
              </a:lnSpc>
              <a:defRPr sz="2800">
                <a:solidFill>
                  <a:schemeClr val="tx1"/>
                </a:solidFill>
                <a:latin typeface="+mn-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8D5285B4-939B-FC12-E19A-F30DFE493F08}"/>
              </a:ext>
            </a:extLst>
          </p:cNvPr>
          <p:cNvSpPr>
            <a:spLocks noGrp="1"/>
          </p:cNvSpPr>
          <p:nvPr>
            <p:ph sz="quarter" idx="13" hasCustomPrompt="1"/>
          </p:nvPr>
        </p:nvSpPr>
        <p:spPr>
          <a:xfrm>
            <a:off x="493776" y="603504"/>
            <a:ext cx="11201400" cy="4206240"/>
          </a:xfrm>
        </p:spPr>
        <p:txBody>
          <a:bodyPr anchor="b">
            <a:normAutofit/>
          </a:bodyPr>
          <a:lstStyle>
            <a:lvl1pPr marL="0" indent="0" algn="ctr">
              <a:lnSpc>
                <a:spcPct val="90000"/>
              </a:lnSpc>
              <a:buNone/>
              <a:defRPr sz="27800">
                <a:solidFill>
                  <a:schemeClr val="accent1"/>
                </a:solidFill>
                <a:latin typeface="+mj-lt"/>
              </a:defRPr>
            </a:lvl1pPr>
          </a:lstStyle>
          <a:p>
            <a:pPr lvl="0"/>
            <a:r>
              <a:rPr lang="en-US" dirty="0"/>
              <a:t>##%</a:t>
            </a:r>
          </a:p>
        </p:txBody>
      </p:sp>
      <p:sp>
        <p:nvSpPr>
          <p:cNvPr id="4" name="Footer Placeholder 3">
            <a:extLst>
              <a:ext uri="{FF2B5EF4-FFF2-40B4-BE49-F238E27FC236}">
                <a16:creationId xmlns:a16="http://schemas.microsoft.com/office/drawing/2014/main" id="{F0225984-1615-5B69-4A65-E3A7E6508DE7}"/>
              </a:ext>
            </a:extLst>
          </p:cNvPr>
          <p:cNvSpPr>
            <a:spLocks noGrp="1"/>
          </p:cNvSpPr>
          <p:nvPr>
            <p:ph type="ftr" sz="quarter" idx="11"/>
          </p:nvPr>
        </p:nvSpPr>
        <p:spPr/>
        <p:txBody>
          <a:bodyPr/>
          <a:lstStyle>
            <a:lvl1pPr>
              <a:defRPr>
                <a:solidFill>
                  <a:schemeClr val="tx1"/>
                </a:solidFill>
              </a:defRPr>
            </a:lvl1pPr>
          </a:lstStyle>
          <a:p>
            <a:endParaRPr lang="en-US"/>
          </a:p>
        </p:txBody>
      </p:sp>
      <p:sp>
        <p:nvSpPr>
          <p:cNvPr id="3" name="Date Placeholder 2">
            <a:extLst>
              <a:ext uri="{FF2B5EF4-FFF2-40B4-BE49-F238E27FC236}">
                <a16:creationId xmlns:a16="http://schemas.microsoft.com/office/drawing/2014/main" id="{0C53913C-4E7F-A6E2-8028-C03CFD32F302}"/>
              </a:ext>
            </a:extLst>
          </p:cNvPr>
          <p:cNvSpPr>
            <a:spLocks noGrp="1"/>
          </p:cNvSpPr>
          <p:nvPr>
            <p:ph type="dt" sz="half" idx="10"/>
          </p:nvPr>
        </p:nvSpPr>
        <p:spPr/>
        <p:txBody>
          <a:bodyPr/>
          <a:lstStyle>
            <a:lvl1pPr>
              <a:defRPr>
                <a:solidFill>
                  <a:schemeClr val="tx1"/>
                </a:solidFill>
              </a:defRPr>
            </a:lvl1pPr>
          </a:lstStyle>
          <a:p>
            <a:fld id="{D7E3ECEC-7E7B-4FB9-BAE8-5C10F12795EA}" type="datetimeFigureOut">
              <a:rPr lang="en-US" smtClean="0"/>
              <a:t>6/10/2026</a:t>
            </a:fld>
            <a:endParaRPr lang="en-US"/>
          </a:p>
        </p:txBody>
      </p:sp>
      <p:sp>
        <p:nvSpPr>
          <p:cNvPr id="5" name="Slide Number Placeholder 4">
            <a:extLst>
              <a:ext uri="{FF2B5EF4-FFF2-40B4-BE49-F238E27FC236}">
                <a16:creationId xmlns:a16="http://schemas.microsoft.com/office/drawing/2014/main" id="{26A6A07C-51B6-897B-8C81-FBA62CFE4176}"/>
              </a:ext>
            </a:extLst>
          </p:cNvPr>
          <p:cNvSpPr>
            <a:spLocks noGrp="1"/>
          </p:cNvSpPr>
          <p:nvPr>
            <p:ph type="sldNum" sz="quarter" idx="12"/>
          </p:nvPr>
        </p:nvSpPr>
        <p:spPr/>
        <p:txBody>
          <a:bodyPr/>
          <a:lstStyle>
            <a:lvl1pPr>
              <a:defRPr>
                <a:solidFill>
                  <a:schemeClr val="tx1"/>
                </a:solidFill>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2247658672"/>
      </p:ext>
    </p:extLst>
  </p:cSld>
  <p:clrMapOvr>
    <a:overrideClrMapping bg1="dk1" tx1="lt1" bg2="dk2" tx2="lt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Number Large 2">
    <p:bg>
      <p:bgRef idx="1001">
        <a:schemeClr val="bg2"/>
      </p:bgRef>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F3547126-466C-18B0-8C04-007D93615CD9}"/>
              </a:ext>
              <a:ext uri="{C183D7F6-B498-43B3-948B-1728B52AA6E4}">
                <adec:decorative xmlns:adec="http://schemas.microsoft.com/office/drawing/2017/decorative" val="1"/>
              </a:ext>
            </a:extLst>
          </p:cNvPr>
          <p:cNvSpPr/>
          <p:nvPr/>
        </p:nvSpPr>
        <p:spPr>
          <a:xfrm>
            <a:off x="0" y="-1"/>
            <a:ext cx="11208688" cy="5154130"/>
          </a:xfrm>
          <a:custGeom>
            <a:avLst/>
            <a:gdLst>
              <a:gd name="connsiteX0" fmla="*/ 0 w 11208688"/>
              <a:gd name="connsiteY0" fmla="*/ 0 h 5154130"/>
              <a:gd name="connsiteX1" fmla="*/ 11208688 w 11208688"/>
              <a:gd name="connsiteY1" fmla="*/ 0 h 5154130"/>
              <a:gd name="connsiteX2" fmla="*/ 11208688 w 11208688"/>
              <a:gd name="connsiteY2" fmla="*/ 526471 h 5154130"/>
              <a:gd name="connsiteX3" fmla="*/ 11208688 w 11208688"/>
              <a:gd name="connsiteY3" fmla="*/ 4126137 h 5154130"/>
              <a:gd name="connsiteX4" fmla="*/ 11208688 w 11208688"/>
              <a:gd name="connsiteY4" fmla="*/ 4652608 h 5154130"/>
              <a:gd name="connsiteX5" fmla="*/ 10707166 w 11208688"/>
              <a:gd name="connsiteY5" fmla="*/ 5154130 h 5154130"/>
              <a:gd name="connsiteX6" fmla="*/ 0 w 11208688"/>
              <a:gd name="connsiteY6" fmla="*/ 5154130 h 5154130"/>
              <a:gd name="connsiteX7" fmla="*/ 0 w 11208688"/>
              <a:gd name="connsiteY7" fmla="*/ 4627659 h 5154130"/>
              <a:gd name="connsiteX8" fmla="*/ 0 w 11208688"/>
              <a:gd name="connsiteY8" fmla="*/ 526471 h 5154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208688" h="5154130">
                <a:moveTo>
                  <a:pt x="0" y="0"/>
                </a:moveTo>
                <a:lnTo>
                  <a:pt x="11208688" y="0"/>
                </a:lnTo>
                <a:lnTo>
                  <a:pt x="11208688" y="526471"/>
                </a:lnTo>
                <a:lnTo>
                  <a:pt x="11208688" y="4126137"/>
                </a:lnTo>
                <a:lnTo>
                  <a:pt x="11208688" y="4652608"/>
                </a:lnTo>
                <a:cubicBezTo>
                  <a:pt x="11208688" y="4929591"/>
                  <a:pt x="10984149" y="5154130"/>
                  <a:pt x="10707166" y="5154130"/>
                </a:cubicBezTo>
                <a:lnTo>
                  <a:pt x="0" y="5154130"/>
                </a:lnTo>
                <a:lnTo>
                  <a:pt x="0" y="4627659"/>
                </a:lnTo>
                <a:lnTo>
                  <a:pt x="0" y="526471"/>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33C62E16-021E-429D-57AF-0AC1B2666E43}"/>
              </a:ext>
            </a:extLst>
          </p:cNvPr>
          <p:cNvSpPr>
            <a:spLocks noGrp="1"/>
          </p:cNvSpPr>
          <p:nvPr>
            <p:ph type="title"/>
          </p:nvPr>
        </p:nvSpPr>
        <p:spPr>
          <a:xfrm>
            <a:off x="772089" y="5483352"/>
            <a:ext cx="10361130" cy="848177"/>
          </a:xfrm>
        </p:spPr>
        <p:txBody>
          <a:bodyPr vert="horz" lIns="91440" tIns="45720" rIns="91440" bIns="45720" rtlCol="0" anchor="ctr">
            <a:normAutofit/>
          </a:bodyPr>
          <a:lstStyle>
            <a:lvl1pPr>
              <a:lnSpc>
                <a:spcPct val="100000"/>
              </a:lnSpc>
              <a:defRPr lang="en-US" sz="2600" dirty="0">
                <a:solidFill>
                  <a:schemeClr val="tx2"/>
                </a:solidFill>
                <a:latin typeface="+mn-lt"/>
              </a:defRPr>
            </a:lvl1pPr>
          </a:lstStyle>
          <a:p>
            <a:pPr lvl="0"/>
            <a:r>
              <a:rPr lang="en-US"/>
              <a:t>Click to edit Master title style</a:t>
            </a:r>
            <a:endParaRPr lang="en-US" dirty="0"/>
          </a:p>
        </p:txBody>
      </p:sp>
      <p:sp>
        <p:nvSpPr>
          <p:cNvPr id="7" name="Content Placeholder 6">
            <a:extLst>
              <a:ext uri="{FF2B5EF4-FFF2-40B4-BE49-F238E27FC236}">
                <a16:creationId xmlns:a16="http://schemas.microsoft.com/office/drawing/2014/main" id="{8D5285B4-939B-FC12-E19A-F30DFE493F08}"/>
              </a:ext>
            </a:extLst>
          </p:cNvPr>
          <p:cNvSpPr>
            <a:spLocks noGrp="1"/>
          </p:cNvSpPr>
          <p:nvPr>
            <p:ph sz="quarter" idx="13" hasCustomPrompt="1"/>
          </p:nvPr>
        </p:nvSpPr>
        <p:spPr>
          <a:xfrm>
            <a:off x="541015" y="684412"/>
            <a:ext cx="10592204" cy="4122998"/>
          </a:xfrm>
        </p:spPr>
        <p:txBody>
          <a:bodyPr vert="horz" lIns="91440" tIns="45720" rIns="91440" bIns="45720" rtlCol="0" anchor="b">
            <a:normAutofit/>
          </a:bodyPr>
          <a:lstStyle>
            <a:lvl1pPr marL="0" indent="0">
              <a:lnSpc>
                <a:spcPct val="90000"/>
              </a:lnSpc>
              <a:buNone/>
              <a:defRPr lang="en-US" sz="27800" spc="-200" baseline="0" dirty="0">
                <a:solidFill>
                  <a:schemeClr val="accent1"/>
                </a:solidFill>
                <a:latin typeface="+mj-lt"/>
              </a:defRPr>
            </a:lvl1pPr>
          </a:lstStyle>
          <a:p>
            <a:pPr lvl="0"/>
            <a:r>
              <a:rPr lang="en-US" dirty="0"/>
              <a:t>##%</a:t>
            </a:r>
          </a:p>
        </p:txBody>
      </p:sp>
      <p:sp>
        <p:nvSpPr>
          <p:cNvPr id="4" name="Footer Placeholder 3">
            <a:extLst>
              <a:ext uri="{FF2B5EF4-FFF2-40B4-BE49-F238E27FC236}">
                <a16:creationId xmlns:a16="http://schemas.microsoft.com/office/drawing/2014/main" id="{F0225984-1615-5B69-4A65-E3A7E6508DE7}"/>
              </a:ext>
            </a:extLst>
          </p:cNvPr>
          <p:cNvSpPr>
            <a:spLocks noGrp="1"/>
          </p:cNvSpPr>
          <p:nvPr>
            <p:ph type="ftr" sz="quarter" idx="11"/>
          </p:nvPr>
        </p:nvSpPr>
        <p:spPr/>
        <p:txBody>
          <a:bodyPr/>
          <a:lstStyle>
            <a:lvl1pPr>
              <a:defRPr>
                <a:solidFill>
                  <a:schemeClr val="tx2"/>
                </a:solidFill>
              </a:defRPr>
            </a:lvl1pPr>
          </a:lstStyle>
          <a:p>
            <a:endParaRPr lang="en-US"/>
          </a:p>
        </p:txBody>
      </p:sp>
      <p:sp>
        <p:nvSpPr>
          <p:cNvPr id="3" name="Date Placeholder 2">
            <a:extLst>
              <a:ext uri="{FF2B5EF4-FFF2-40B4-BE49-F238E27FC236}">
                <a16:creationId xmlns:a16="http://schemas.microsoft.com/office/drawing/2014/main" id="{0C53913C-4E7F-A6E2-8028-C03CFD32F302}"/>
              </a:ext>
            </a:extLst>
          </p:cNvPr>
          <p:cNvSpPr>
            <a:spLocks noGrp="1"/>
          </p:cNvSpPr>
          <p:nvPr>
            <p:ph type="dt" sz="half" idx="10"/>
          </p:nvPr>
        </p:nvSpPr>
        <p:spPr/>
        <p:txBody>
          <a:bodyPr/>
          <a:lstStyle>
            <a:lvl1pPr>
              <a:defRPr>
                <a:solidFill>
                  <a:schemeClr val="tx2"/>
                </a:solidFill>
              </a:defRPr>
            </a:lvl1pPr>
          </a:lstStyle>
          <a:p>
            <a:fld id="{D7E3ECEC-7E7B-4FB9-BAE8-5C10F12795EA}" type="datetimeFigureOut">
              <a:rPr lang="en-US" smtClean="0"/>
              <a:t>6/10/2026</a:t>
            </a:fld>
            <a:endParaRPr lang="en-US"/>
          </a:p>
        </p:txBody>
      </p:sp>
      <p:sp>
        <p:nvSpPr>
          <p:cNvPr id="5" name="Slide Number Placeholder 4">
            <a:extLst>
              <a:ext uri="{FF2B5EF4-FFF2-40B4-BE49-F238E27FC236}">
                <a16:creationId xmlns:a16="http://schemas.microsoft.com/office/drawing/2014/main" id="{26A6A07C-51B6-897B-8C81-FBA62CFE4176}"/>
              </a:ext>
            </a:extLst>
          </p:cNvPr>
          <p:cNvSpPr>
            <a:spLocks noGrp="1"/>
          </p:cNvSpPr>
          <p:nvPr>
            <p:ph type="sldNum" sz="quarter" idx="12"/>
          </p:nvPr>
        </p:nvSpPr>
        <p:spPr/>
        <p:txBody>
          <a:bodyPr/>
          <a:lstStyle>
            <a:lvl1pPr>
              <a:defRPr>
                <a:solidFill>
                  <a:schemeClr val="tx2"/>
                </a:solidFill>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686041142"/>
      </p:ext>
    </p:extLst>
  </p:cSld>
  <p:clrMapOvr>
    <a:overrideClrMapping bg1="lt1" tx1="dk1" bg2="lt2" tx2="dk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Number Large 3">
    <p:bg>
      <p:bgRef idx="1001">
        <a:schemeClr val="bg2"/>
      </p:bgRef>
    </p:bg>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D0AA79A0-CEA9-1C5C-A8CA-D3F95D56333A}"/>
              </a:ext>
              <a:ext uri="{C183D7F6-B498-43B3-948B-1728B52AA6E4}">
                <adec:decorative xmlns:adec="http://schemas.microsoft.com/office/drawing/2017/decorative" val="1"/>
              </a:ext>
            </a:extLst>
          </p:cNvPr>
          <p:cNvSpPr/>
          <p:nvPr/>
        </p:nvSpPr>
        <p:spPr>
          <a:xfrm>
            <a:off x="0" y="4757010"/>
            <a:ext cx="11208688" cy="2100988"/>
          </a:xfrm>
          <a:custGeom>
            <a:avLst/>
            <a:gdLst>
              <a:gd name="connsiteX0" fmla="*/ 0 w 11208688"/>
              <a:gd name="connsiteY0" fmla="*/ 0 h 2100988"/>
              <a:gd name="connsiteX1" fmla="*/ 10707166 w 11208688"/>
              <a:gd name="connsiteY1" fmla="*/ 0 h 2100988"/>
              <a:gd name="connsiteX2" fmla="*/ 11208688 w 11208688"/>
              <a:gd name="connsiteY2" fmla="*/ 501522 h 2100988"/>
              <a:gd name="connsiteX3" fmla="*/ 11208688 w 11208688"/>
              <a:gd name="connsiteY3" fmla="*/ 2100988 h 2100988"/>
              <a:gd name="connsiteX4" fmla="*/ 0 w 11208688"/>
              <a:gd name="connsiteY4" fmla="*/ 2100988 h 21009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08688" h="2100988">
                <a:moveTo>
                  <a:pt x="0" y="0"/>
                </a:moveTo>
                <a:lnTo>
                  <a:pt x="10707166" y="0"/>
                </a:lnTo>
                <a:cubicBezTo>
                  <a:pt x="10984149" y="0"/>
                  <a:pt x="11208688" y="224539"/>
                  <a:pt x="11208688" y="501522"/>
                </a:cubicBezTo>
                <a:lnTo>
                  <a:pt x="11208688" y="2100988"/>
                </a:lnTo>
                <a:lnTo>
                  <a:pt x="0" y="2100988"/>
                </a:lnTo>
                <a:close/>
              </a:path>
            </a:pathLst>
          </a:cu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Freeform: Shape 9">
            <a:extLst>
              <a:ext uri="{FF2B5EF4-FFF2-40B4-BE49-F238E27FC236}">
                <a16:creationId xmlns:a16="http://schemas.microsoft.com/office/drawing/2014/main" id="{4F2C5FBA-F4AA-552B-2245-767D47272F3B}"/>
              </a:ext>
              <a:ext uri="{C183D7F6-B498-43B3-948B-1728B52AA6E4}">
                <adec:decorative xmlns:adec="http://schemas.microsoft.com/office/drawing/2017/decorative" val="1"/>
              </a:ext>
            </a:extLst>
          </p:cNvPr>
          <p:cNvSpPr/>
          <p:nvPr/>
        </p:nvSpPr>
        <p:spPr>
          <a:xfrm>
            <a:off x="0" y="1"/>
            <a:ext cx="11208688" cy="4627659"/>
          </a:xfrm>
          <a:custGeom>
            <a:avLst/>
            <a:gdLst>
              <a:gd name="connsiteX0" fmla="*/ 0 w 11208688"/>
              <a:gd name="connsiteY0" fmla="*/ 0 h 4627659"/>
              <a:gd name="connsiteX1" fmla="*/ 11208688 w 11208688"/>
              <a:gd name="connsiteY1" fmla="*/ 0 h 4627659"/>
              <a:gd name="connsiteX2" fmla="*/ 11208688 w 11208688"/>
              <a:gd name="connsiteY2" fmla="*/ 4126137 h 4627659"/>
              <a:gd name="connsiteX3" fmla="*/ 10707166 w 11208688"/>
              <a:gd name="connsiteY3" fmla="*/ 4627659 h 4627659"/>
              <a:gd name="connsiteX4" fmla="*/ 0 w 11208688"/>
              <a:gd name="connsiteY4" fmla="*/ 4627659 h 46276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08688" h="4627659">
                <a:moveTo>
                  <a:pt x="0" y="0"/>
                </a:moveTo>
                <a:lnTo>
                  <a:pt x="11208688" y="0"/>
                </a:lnTo>
                <a:lnTo>
                  <a:pt x="11208688" y="4126137"/>
                </a:lnTo>
                <a:cubicBezTo>
                  <a:pt x="11208688" y="4403120"/>
                  <a:pt x="10984149" y="4627659"/>
                  <a:pt x="10707166" y="4627659"/>
                </a:cubicBezTo>
                <a:lnTo>
                  <a:pt x="0" y="4627659"/>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33C62E16-021E-429D-57AF-0AC1B2666E43}"/>
              </a:ext>
            </a:extLst>
          </p:cNvPr>
          <p:cNvSpPr>
            <a:spLocks noGrp="1"/>
          </p:cNvSpPr>
          <p:nvPr>
            <p:ph type="title"/>
          </p:nvPr>
        </p:nvSpPr>
        <p:spPr>
          <a:xfrm>
            <a:off x="768096" y="5230760"/>
            <a:ext cx="9738852" cy="1017639"/>
          </a:xfrm>
        </p:spPr>
        <p:txBody>
          <a:bodyPr vert="horz" lIns="91440" tIns="45720" rIns="91440" bIns="45720" rtlCol="0" anchor="ctr">
            <a:normAutofit/>
          </a:bodyPr>
          <a:lstStyle>
            <a:lvl1pPr>
              <a:lnSpc>
                <a:spcPct val="100000"/>
              </a:lnSpc>
              <a:defRPr lang="en-US" sz="2600" dirty="0">
                <a:solidFill>
                  <a:schemeClr val="tx2"/>
                </a:solidFill>
                <a:latin typeface="+mn-lt"/>
              </a:defRPr>
            </a:lvl1pPr>
          </a:lstStyle>
          <a:p>
            <a:pPr lvl="0"/>
            <a:r>
              <a:rPr lang="en-US"/>
              <a:t>Click to edit Master title style</a:t>
            </a:r>
            <a:endParaRPr lang="en-US" dirty="0"/>
          </a:p>
        </p:txBody>
      </p:sp>
      <p:sp>
        <p:nvSpPr>
          <p:cNvPr id="7" name="Content Placeholder 6">
            <a:extLst>
              <a:ext uri="{FF2B5EF4-FFF2-40B4-BE49-F238E27FC236}">
                <a16:creationId xmlns:a16="http://schemas.microsoft.com/office/drawing/2014/main" id="{8D5285B4-939B-FC12-E19A-F30DFE493F08}"/>
              </a:ext>
            </a:extLst>
          </p:cNvPr>
          <p:cNvSpPr>
            <a:spLocks noGrp="1"/>
          </p:cNvSpPr>
          <p:nvPr>
            <p:ph sz="quarter" idx="13" hasCustomPrompt="1"/>
          </p:nvPr>
        </p:nvSpPr>
        <p:spPr>
          <a:xfrm>
            <a:off x="549328" y="420624"/>
            <a:ext cx="10592204" cy="4112875"/>
          </a:xfrm>
        </p:spPr>
        <p:txBody>
          <a:bodyPr vert="horz" lIns="91440" tIns="45720" rIns="91440" bIns="45720" rtlCol="0" anchor="b">
            <a:normAutofit/>
          </a:bodyPr>
          <a:lstStyle>
            <a:lvl1pPr marL="0" indent="0">
              <a:lnSpc>
                <a:spcPct val="90000"/>
              </a:lnSpc>
              <a:buNone/>
              <a:defRPr lang="en-US" sz="27800" dirty="0">
                <a:solidFill>
                  <a:schemeClr val="accent1"/>
                </a:solidFill>
                <a:latin typeface="+mj-lt"/>
              </a:defRPr>
            </a:lvl1pPr>
          </a:lstStyle>
          <a:p>
            <a:pPr lvl="0"/>
            <a:r>
              <a:rPr lang="en-US" dirty="0"/>
              <a:t>##%</a:t>
            </a:r>
          </a:p>
        </p:txBody>
      </p:sp>
      <p:sp>
        <p:nvSpPr>
          <p:cNvPr id="4" name="Footer Placeholder 3">
            <a:extLst>
              <a:ext uri="{FF2B5EF4-FFF2-40B4-BE49-F238E27FC236}">
                <a16:creationId xmlns:a16="http://schemas.microsoft.com/office/drawing/2014/main" id="{F0225984-1615-5B69-4A65-E3A7E6508DE7}"/>
              </a:ext>
            </a:extLst>
          </p:cNvPr>
          <p:cNvSpPr>
            <a:spLocks noGrp="1"/>
          </p:cNvSpPr>
          <p:nvPr>
            <p:ph type="ftr" sz="quarter" idx="11"/>
          </p:nvPr>
        </p:nvSpPr>
        <p:spPr/>
        <p:txBody>
          <a:bodyPr/>
          <a:lstStyle>
            <a:lvl1pPr>
              <a:defRPr>
                <a:solidFill>
                  <a:schemeClr val="tx2"/>
                </a:solidFill>
              </a:defRPr>
            </a:lvl1pPr>
          </a:lstStyle>
          <a:p>
            <a:endParaRPr lang="en-US"/>
          </a:p>
        </p:txBody>
      </p:sp>
      <p:sp>
        <p:nvSpPr>
          <p:cNvPr id="3" name="Date Placeholder 2">
            <a:extLst>
              <a:ext uri="{FF2B5EF4-FFF2-40B4-BE49-F238E27FC236}">
                <a16:creationId xmlns:a16="http://schemas.microsoft.com/office/drawing/2014/main" id="{0C53913C-4E7F-A6E2-8028-C03CFD32F302}"/>
              </a:ext>
            </a:extLst>
          </p:cNvPr>
          <p:cNvSpPr>
            <a:spLocks noGrp="1"/>
          </p:cNvSpPr>
          <p:nvPr>
            <p:ph type="dt" sz="half" idx="10"/>
          </p:nvPr>
        </p:nvSpPr>
        <p:spPr/>
        <p:txBody>
          <a:bodyPr/>
          <a:lstStyle>
            <a:lvl1pPr>
              <a:defRPr>
                <a:solidFill>
                  <a:schemeClr val="tx2"/>
                </a:solidFill>
              </a:defRPr>
            </a:lvl1pPr>
          </a:lstStyle>
          <a:p>
            <a:fld id="{D7E3ECEC-7E7B-4FB9-BAE8-5C10F12795EA}" type="datetimeFigureOut">
              <a:rPr lang="en-US" smtClean="0"/>
              <a:t>6/10/2026</a:t>
            </a:fld>
            <a:endParaRPr lang="en-US"/>
          </a:p>
        </p:txBody>
      </p:sp>
      <p:sp>
        <p:nvSpPr>
          <p:cNvPr id="5" name="Slide Number Placeholder 4">
            <a:extLst>
              <a:ext uri="{FF2B5EF4-FFF2-40B4-BE49-F238E27FC236}">
                <a16:creationId xmlns:a16="http://schemas.microsoft.com/office/drawing/2014/main" id="{26A6A07C-51B6-897B-8C81-FBA62CFE4176}"/>
              </a:ext>
            </a:extLst>
          </p:cNvPr>
          <p:cNvSpPr>
            <a:spLocks noGrp="1"/>
          </p:cNvSpPr>
          <p:nvPr>
            <p:ph type="sldNum" sz="quarter" idx="12"/>
          </p:nvPr>
        </p:nvSpPr>
        <p:spPr/>
        <p:txBody>
          <a:bodyPr/>
          <a:lstStyle>
            <a:lvl1pPr>
              <a:defRPr>
                <a:solidFill>
                  <a:schemeClr val="tx2"/>
                </a:solidFill>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3532959607"/>
      </p:ext>
    </p:extLst>
  </p:cSld>
  <p:clrMapOvr>
    <a:overrideClrMapping bg1="lt1" tx1="dk1" bg2="lt2" tx2="dk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Number Large 4">
    <p:bg>
      <p:bgRef idx="1001">
        <a:schemeClr val="bg1"/>
      </p:bgRef>
    </p:bg>
    <p:spTree>
      <p:nvGrpSpPr>
        <p:cNvPr id="1" name=""/>
        <p:cNvGrpSpPr/>
        <p:nvPr/>
      </p:nvGrpSpPr>
      <p:grpSpPr>
        <a:xfrm>
          <a:off x="0" y="0"/>
          <a:ext cx="0" cy="0"/>
          <a:chOff x="0" y="0"/>
          <a:chExt cx="0" cy="0"/>
        </a:xfrm>
      </p:grpSpPr>
      <p:sp>
        <p:nvSpPr>
          <p:cNvPr id="15" name="Freeform: Shape 14">
            <a:extLst>
              <a:ext uri="{FF2B5EF4-FFF2-40B4-BE49-F238E27FC236}">
                <a16:creationId xmlns:a16="http://schemas.microsoft.com/office/drawing/2014/main" id="{34677EE2-225B-FA02-73B9-DFB5D013592F}"/>
              </a:ext>
              <a:ext uri="{C183D7F6-B498-43B3-948B-1728B52AA6E4}">
                <adec:decorative xmlns:adec="http://schemas.microsoft.com/office/drawing/2017/decorative" val="1"/>
              </a:ext>
            </a:extLst>
          </p:cNvPr>
          <p:cNvSpPr/>
          <p:nvPr/>
        </p:nvSpPr>
        <p:spPr>
          <a:xfrm>
            <a:off x="0" y="4783948"/>
            <a:ext cx="11208688" cy="2074052"/>
          </a:xfrm>
          <a:custGeom>
            <a:avLst/>
            <a:gdLst>
              <a:gd name="connsiteX0" fmla="*/ 0 w 11208688"/>
              <a:gd name="connsiteY0" fmla="*/ 0 h 2074052"/>
              <a:gd name="connsiteX1" fmla="*/ 10707166 w 11208688"/>
              <a:gd name="connsiteY1" fmla="*/ 0 h 2074052"/>
              <a:gd name="connsiteX2" fmla="*/ 11208688 w 11208688"/>
              <a:gd name="connsiteY2" fmla="*/ 501522 h 2074052"/>
              <a:gd name="connsiteX3" fmla="*/ 11208688 w 11208688"/>
              <a:gd name="connsiteY3" fmla="*/ 2074052 h 2074052"/>
              <a:gd name="connsiteX4" fmla="*/ 0 w 11208688"/>
              <a:gd name="connsiteY4" fmla="*/ 2074052 h 20740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08688" h="2074052">
                <a:moveTo>
                  <a:pt x="0" y="0"/>
                </a:moveTo>
                <a:lnTo>
                  <a:pt x="10707166" y="0"/>
                </a:lnTo>
                <a:cubicBezTo>
                  <a:pt x="10984149" y="0"/>
                  <a:pt x="11208688" y="224539"/>
                  <a:pt x="11208688" y="501522"/>
                </a:cubicBezTo>
                <a:lnTo>
                  <a:pt x="11208688" y="2074052"/>
                </a:lnTo>
                <a:lnTo>
                  <a:pt x="0" y="2074052"/>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33C62E16-021E-429D-57AF-0AC1B2666E43}"/>
              </a:ext>
            </a:extLst>
          </p:cNvPr>
          <p:cNvSpPr>
            <a:spLocks noGrp="1"/>
          </p:cNvSpPr>
          <p:nvPr>
            <p:ph type="title"/>
          </p:nvPr>
        </p:nvSpPr>
        <p:spPr>
          <a:xfrm>
            <a:off x="768096" y="5249809"/>
            <a:ext cx="9768348" cy="1109078"/>
          </a:xfrm>
        </p:spPr>
        <p:txBody>
          <a:bodyPr vert="horz" lIns="91440" tIns="45720" rIns="91440" bIns="45720" rtlCol="0" anchor="ctr">
            <a:normAutofit/>
          </a:bodyPr>
          <a:lstStyle>
            <a:lvl1pPr>
              <a:lnSpc>
                <a:spcPct val="100000"/>
              </a:lnSpc>
              <a:defRPr lang="en-US" sz="2400" dirty="0">
                <a:latin typeface="+mn-lt"/>
              </a:defRPr>
            </a:lvl1pPr>
          </a:lstStyle>
          <a:p>
            <a:pPr lvl="0"/>
            <a:r>
              <a:rPr lang="en-US"/>
              <a:t>Click to edit Master title style</a:t>
            </a:r>
            <a:endParaRPr lang="en-US" dirty="0"/>
          </a:p>
        </p:txBody>
      </p:sp>
      <p:sp>
        <p:nvSpPr>
          <p:cNvPr id="7" name="Content Placeholder 6">
            <a:extLst>
              <a:ext uri="{FF2B5EF4-FFF2-40B4-BE49-F238E27FC236}">
                <a16:creationId xmlns:a16="http://schemas.microsoft.com/office/drawing/2014/main" id="{8D5285B4-939B-FC12-E19A-F30DFE493F08}"/>
              </a:ext>
            </a:extLst>
          </p:cNvPr>
          <p:cNvSpPr>
            <a:spLocks noGrp="1"/>
          </p:cNvSpPr>
          <p:nvPr>
            <p:ph sz="quarter" idx="13" hasCustomPrompt="1"/>
          </p:nvPr>
        </p:nvSpPr>
        <p:spPr>
          <a:xfrm>
            <a:off x="539496" y="341968"/>
            <a:ext cx="11100816" cy="4334256"/>
          </a:xfrm>
        </p:spPr>
        <p:txBody>
          <a:bodyPr vert="horz" lIns="91440" tIns="45720" rIns="91440" bIns="45720" rtlCol="0" anchor="b">
            <a:normAutofit/>
          </a:bodyPr>
          <a:lstStyle>
            <a:lvl1pPr marL="0" indent="0">
              <a:lnSpc>
                <a:spcPct val="90000"/>
              </a:lnSpc>
              <a:buNone/>
              <a:defRPr lang="en-US" sz="27800" dirty="0">
                <a:solidFill>
                  <a:schemeClr val="accent1"/>
                </a:solidFill>
                <a:latin typeface="+mj-lt"/>
              </a:defRPr>
            </a:lvl1pPr>
          </a:lstStyle>
          <a:p>
            <a:pPr lvl="0"/>
            <a:r>
              <a:rPr lang="en-US" dirty="0"/>
              <a:t>##%</a:t>
            </a:r>
          </a:p>
        </p:txBody>
      </p:sp>
      <p:sp>
        <p:nvSpPr>
          <p:cNvPr id="8" name="Footer Placeholder 7">
            <a:extLst>
              <a:ext uri="{FF2B5EF4-FFF2-40B4-BE49-F238E27FC236}">
                <a16:creationId xmlns:a16="http://schemas.microsoft.com/office/drawing/2014/main" id="{881EFD95-05D4-9FAB-FCB7-D3A2AB29456D}"/>
              </a:ext>
            </a:extLst>
          </p:cNvPr>
          <p:cNvSpPr>
            <a:spLocks noGrp="1"/>
          </p:cNvSpPr>
          <p:nvPr>
            <p:ph type="ftr" sz="quarter" idx="15"/>
          </p:nvPr>
        </p:nvSpPr>
        <p:spPr>
          <a:xfrm>
            <a:off x="772090" y="6382512"/>
            <a:ext cx="2816835" cy="338328"/>
          </a:xfrm>
        </p:spPr>
        <p:txBody>
          <a:bodyPr/>
          <a:lstStyle/>
          <a:p>
            <a:endParaRPr lang="en-US"/>
          </a:p>
        </p:txBody>
      </p:sp>
      <p:sp>
        <p:nvSpPr>
          <p:cNvPr id="6" name="Date Placeholder 5">
            <a:extLst>
              <a:ext uri="{FF2B5EF4-FFF2-40B4-BE49-F238E27FC236}">
                <a16:creationId xmlns:a16="http://schemas.microsoft.com/office/drawing/2014/main" id="{1D5117C2-BE70-9A87-4113-2ECE3F1A43BF}"/>
              </a:ext>
            </a:extLst>
          </p:cNvPr>
          <p:cNvSpPr>
            <a:spLocks noGrp="1"/>
          </p:cNvSpPr>
          <p:nvPr>
            <p:ph type="dt" sz="half" idx="14"/>
          </p:nvPr>
        </p:nvSpPr>
        <p:spPr>
          <a:xfrm>
            <a:off x="9291411" y="6382512"/>
            <a:ext cx="1612674" cy="338328"/>
          </a:xfrm>
        </p:spPr>
        <p:txBody>
          <a:bodyPr/>
          <a:lstStyle/>
          <a:p>
            <a:fld id="{D7E3ECEC-7E7B-4FB9-BAE8-5C10F12795EA}" type="datetimeFigureOut">
              <a:rPr lang="en-US" smtClean="0"/>
              <a:t>6/10/2026</a:t>
            </a:fld>
            <a:endParaRPr lang="en-US"/>
          </a:p>
        </p:txBody>
      </p:sp>
      <p:sp>
        <p:nvSpPr>
          <p:cNvPr id="9" name="Slide Number Placeholder 8">
            <a:extLst>
              <a:ext uri="{FF2B5EF4-FFF2-40B4-BE49-F238E27FC236}">
                <a16:creationId xmlns:a16="http://schemas.microsoft.com/office/drawing/2014/main" id="{33776532-A6F1-5788-D1D1-3F91B5B3B7D7}"/>
              </a:ext>
            </a:extLst>
          </p:cNvPr>
          <p:cNvSpPr>
            <a:spLocks noGrp="1"/>
          </p:cNvSpPr>
          <p:nvPr>
            <p:ph type="sldNum" sz="quarter" idx="16"/>
          </p:nvPr>
        </p:nvSpPr>
        <p:spPr>
          <a:xfrm>
            <a:off x="11050742" y="6382512"/>
            <a:ext cx="457200" cy="338328"/>
          </a:xfrm>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551368550"/>
      </p:ext>
    </p:extLst>
  </p:cSld>
  <p:clrMapOvr>
    <a:overrideClrMapping bg1="lt1" tx1="dk1" bg2="lt2" tx2="dk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Statement">
    <p:bg>
      <p:bgPr>
        <a:solidFill>
          <a:schemeClr val="bg2"/>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84CBAD94-77D4-9CC1-DE93-BFA7FA5FBBB6}"/>
              </a:ext>
              <a:ext uri="{C183D7F6-B498-43B3-948B-1728B52AA6E4}">
                <adec:decorative xmlns:adec="http://schemas.microsoft.com/office/drawing/2017/decorative" val="1"/>
              </a:ext>
            </a:extLst>
          </p:cNvPr>
          <p:cNvSpPr/>
          <p:nvPr/>
        </p:nvSpPr>
        <p:spPr>
          <a:xfrm>
            <a:off x="772090" y="0"/>
            <a:ext cx="11419910" cy="6096000"/>
          </a:xfrm>
          <a:custGeom>
            <a:avLst/>
            <a:gdLst>
              <a:gd name="connsiteX0" fmla="*/ 0 w 11419910"/>
              <a:gd name="connsiteY0" fmla="*/ 0 h 6096000"/>
              <a:gd name="connsiteX1" fmla="*/ 11419910 w 11419910"/>
              <a:gd name="connsiteY1" fmla="*/ 0 h 6096000"/>
              <a:gd name="connsiteX2" fmla="*/ 11419910 w 11419910"/>
              <a:gd name="connsiteY2" fmla="*/ 6096000 h 6096000"/>
              <a:gd name="connsiteX3" fmla="*/ 501522 w 11419910"/>
              <a:gd name="connsiteY3" fmla="*/ 6096000 h 6096000"/>
              <a:gd name="connsiteX4" fmla="*/ 0 w 11419910"/>
              <a:gd name="connsiteY4" fmla="*/ 5594478 h 6096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19910" h="6096000">
                <a:moveTo>
                  <a:pt x="0" y="0"/>
                </a:moveTo>
                <a:lnTo>
                  <a:pt x="11419910" y="0"/>
                </a:lnTo>
                <a:lnTo>
                  <a:pt x="11419910" y="6096000"/>
                </a:lnTo>
                <a:lnTo>
                  <a:pt x="501522" y="6096000"/>
                </a:lnTo>
                <a:cubicBezTo>
                  <a:pt x="224539" y="6096000"/>
                  <a:pt x="0" y="5871461"/>
                  <a:pt x="0" y="5594478"/>
                </a:cubicBez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520575" y="863029"/>
            <a:ext cx="9383510" cy="4685017"/>
          </a:xfrm>
        </p:spPr>
        <p:txBody>
          <a:bodyPr anchor="b">
            <a:noAutofit/>
          </a:bodyPr>
          <a:lstStyle>
            <a:lvl1pPr marL="0" indent="0">
              <a:lnSpc>
                <a:spcPct val="90000"/>
              </a:lnSpc>
              <a:buNone/>
              <a:defRPr sz="6600" b="0"/>
            </a:lvl1pPr>
            <a:lvl2pPr marL="228600" indent="0">
              <a:lnSpc>
                <a:spcPct val="90000"/>
              </a:lnSpc>
              <a:buNone/>
              <a:defRPr sz="6000" b="0"/>
            </a:lvl2pPr>
            <a:lvl3pPr marL="457200" indent="0">
              <a:lnSpc>
                <a:spcPct val="90000"/>
              </a:lnSpc>
              <a:buNone/>
              <a:defRPr sz="5400" b="0"/>
            </a:lvl3pPr>
            <a:lvl4pPr marL="685800" indent="0">
              <a:lnSpc>
                <a:spcPct val="90000"/>
              </a:lnSpc>
              <a:buNone/>
              <a:defRPr sz="4800" b="0"/>
            </a:lvl4pPr>
            <a:lvl5pPr marL="914400" indent="0">
              <a:lnSpc>
                <a:spcPct val="90000"/>
              </a:lnSpc>
              <a:buNone/>
              <a:defRPr sz="4400" b="0"/>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D7E3ECEC-7E7B-4FB9-BAE8-5C10F12795EA}" type="datetimeFigureOut">
              <a:rPr lang="en-US" smtClean="0"/>
              <a:t>6/10/2026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6311280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Statem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94592" y="94592"/>
            <a:ext cx="11617947" cy="5752531"/>
          </a:xfrm>
        </p:spPr>
        <p:txBody>
          <a:bodyPr anchor="t">
            <a:noAutofit/>
          </a:bodyPr>
          <a:lstStyle>
            <a:lvl1pPr marL="0" indent="0">
              <a:lnSpc>
                <a:spcPct val="90000"/>
              </a:lnSpc>
              <a:buNone/>
              <a:defRPr sz="7200" b="0" cap="all" spc="-100" baseline="0">
                <a:solidFill>
                  <a:schemeClr val="accent1"/>
                </a:solidFill>
              </a:defRPr>
            </a:lvl1pPr>
            <a:lvl2pPr marL="228600" indent="0">
              <a:lnSpc>
                <a:spcPct val="90000"/>
              </a:lnSpc>
              <a:buNone/>
              <a:defRPr sz="7200" b="0" cap="all" spc="-100" baseline="0">
                <a:solidFill>
                  <a:schemeClr val="accent1"/>
                </a:solidFill>
              </a:defRPr>
            </a:lvl2pPr>
            <a:lvl3pPr marL="457200" indent="0">
              <a:lnSpc>
                <a:spcPct val="90000"/>
              </a:lnSpc>
              <a:buNone/>
              <a:defRPr sz="7200" b="0" cap="all" spc="-100" baseline="0">
                <a:solidFill>
                  <a:schemeClr val="accent1"/>
                </a:solidFill>
              </a:defRPr>
            </a:lvl3pPr>
            <a:lvl4pPr marL="685800" indent="0">
              <a:lnSpc>
                <a:spcPct val="90000"/>
              </a:lnSpc>
              <a:buNone/>
              <a:defRPr sz="7200" b="0" cap="all" spc="-100" baseline="0">
                <a:solidFill>
                  <a:schemeClr val="accent1"/>
                </a:solidFill>
              </a:defRPr>
            </a:lvl4pPr>
            <a:lvl5pPr marL="914400" indent="0">
              <a:lnSpc>
                <a:spcPct val="90000"/>
              </a:lnSpc>
              <a:buNone/>
              <a:defRPr sz="7200" b="0" cap="all" spc="-100" baseline="0">
                <a:solidFill>
                  <a:schemeClr val="accent1"/>
                </a:solidFill>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D7E3ECEC-7E7B-4FB9-BAE8-5C10F12795EA}" type="datetimeFigureOut">
              <a:rPr lang="en-US" smtClean="0"/>
              <a:t>6/10/2026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282711156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Statement 3">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10E08BE8-EB98-F551-F5ED-FE16CE82FBB9}"/>
              </a:ext>
              <a:ext uri="{C183D7F6-B498-43B3-948B-1728B52AA6E4}">
                <adec:decorative xmlns:adec="http://schemas.microsoft.com/office/drawing/2017/decorative" val="1"/>
              </a:ext>
            </a:extLst>
          </p:cNvPr>
          <p:cNvSpPr/>
          <p:nvPr/>
        </p:nvSpPr>
        <p:spPr>
          <a:xfrm>
            <a:off x="1" y="0"/>
            <a:ext cx="11139327" cy="5821522"/>
          </a:xfrm>
          <a:custGeom>
            <a:avLst/>
            <a:gdLst>
              <a:gd name="connsiteX0" fmla="*/ 0 w 11139327"/>
              <a:gd name="connsiteY0" fmla="*/ 0 h 5821522"/>
              <a:gd name="connsiteX1" fmla="*/ 11139327 w 11139327"/>
              <a:gd name="connsiteY1" fmla="*/ 0 h 5821522"/>
              <a:gd name="connsiteX2" fmla="*/ 11139327 w 11139327"/>
              <a:gd name="connsiteY2" fmla="*/ 5320000 h 5821522"/>
              <a:gd name="connsiteX3" fmla="*/ 10637805 w 11139327"/>
              <a:gd name="connsiteY3" fmla="*/ 5821522 h 5821522"/>
              <a:gd name="connsiteX4" fmla="*/ 0 w 11139327"/>
              <a:gd name="connsiteY4" fmla="*/ 5821522 h 58215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139327" h="5821522">
                <a:moveTo>
                  <a:pt x="0" y="0"/>
                </a:moveTo>
                <a:lnTo>
                  <a:pt x="11139327" y="0"/>
                </a:lnTo>
                <a:lnTo>
                  <a:pt x="11139327" y="5320000"/>
                </a:lnTo>
                <a:cubicBezTo>
                  <a:pt x="11139327" y="5596983"/>
                  <a:pt x="10914788" y="5821522"/>
                  <a:pt x="10637805" y="5821522"/>
                </a:cubicBezTo>
                <a:lnTo>
                  <a:pt x="0" y="5821522"/>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390418" y="288194"/>
            <a:ext cx="9976207" cy="5025678"/>
          </a:xfrm>
        </p:spPr>
        <p:txBody>
          <a:bodyPr anchor="t">
            <a:noAutofit/>
          </a:bodyPr>
          <a:lstStyle>
            <a:lvl1pPr marL="0" indent="0">
              <a:lnSpc>
                <a:spcPct val="90000"/>
              </a:lnSpc>
              <a:buNone/>
              <a:defRPr sz="6600" b="0" cap="all" spc="-100" baseline="0">
                <a:solidFill>
                  <a:schemeClr val="accent1"/>
                </a:solidFill>
              </a:defRPr>
            </a:lvl1pPr>
            <a:lvl2pPr marL="228600" indent="0">
              <a:lnSpc>
                <a:spcPct val="90000"/>
              </a:lnSpc>
              <a:buNone/>
              <a:defRPr sz="6600" b="0" cap="all" spc="-100" baseline="0">
                <a:solidFill>
                  <a:schemeClr val="accent1"/>
                </a:solidFill>
              </a:defRPr>
            </a:lvl2pPr>
            <a:lvl3pPr marL="457200" indent="0">
              <a:lnSpc>
                <a:spcPct val="90000"/>
              </a:lnSpc>
              <a:buNone/>
              <a:defRPr sz="6600" b="0" cap="all" spc="-100" baseline="0">
                <a:solidFill>
                  <a:schemeClr val="accent1"/>
                </a:solidFill>
              </a:defRPr>
            </a:lvl3pPr>
            <a:lvl4pPr marL="685800" indent="0">
              <a:lnSpc>
                <a:spcPct val="90000"/>
              </a:lnSpc>
              <a:buNone/>
              <a:defRPr sz="6600" b="0" cap="all" spc="-100" baseline="0">
                <a:solidFill>
                  <a:schemeClr val="accent1"/>
                </a:solidFill>
              </a:defRPr>
            </a:lvl4pPr>
            <a:lvl5pPr marL="914400" indent="0">
              <a:lnSpc>
                <a:spcPct val="90000"/>
              </a:lnSpc>
              <a:buNone/>
              <a:defRPr sz="6600" b="0" cap="all" spc="-100" baseline="0">
                <a:solidFill>
                  <a:schemeClr val="accent1"/>
                </a:solidFill>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D7E3ECEC-7E7B-4FB9-BAE8-5C10F12795EA}" type="datetimeFigureOut">
              <a:rPr lang="en-US" smtClean="0"/>
              <a:t>6/10/2026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37666891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Statement 4">
    <p:bg>
      <p:bgRef idx="1001">
        <a:schemeClr val="bg2"/>
      </p:bgRef>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EAB2664E-ED20-1581-CFBA-A89627E3FD59}"/>
              </a:ext>
              <a:ext uri="{C183D7F6-B498-43B3-948B-1728B52AA6E4}">
                <adec:decorative xmlns:adec="http://schemas.microsoft.com/office/drawing/2017/decorative" val="1"/>
              </a:ext>
            </a:extLst>
          </p:cNvPr>
          <p:cNvSpPr/>
          <p:nvPr/>
        </p:nvSpPr>
        <p:spPr>
          <a:xfrm>
            <a:off x="1" y="0"/>
            <a:ext cx="10719069" cy="5585244"/>
          </a:xfrm>
          <a:custGeom>
            <a:avLst/>
            <a:gdLst>
              <a:gd name="connsiteX0" fmla="*/ 0 w 10719069"/>
              <a:gd name="connsiteY0" fmla="*/ 0 h 5585244"/>
              <a:gd name="connsiteX1" fmla="*/ 10719069 w 10719069"/>
              <a:gd name="connsiteY1" fmla="*/ 0 h 5585244"/>
              <a:gd name="connsiteX2" fmla="*/ 10719069 w 10719069"/>
              <a:gd name="connsiteY2" fmla="*/ 5083722 h 5585244"/>
              <a:gd name="connsiteX3" fmla="*/ 10217547 w 10719069"/>
              <a:gd name="connsiteY3" fmla="*/ 5585244 h 5585244"/>
              <a:gd name="connsiteX4" fmla="*/ 0 w 10719069"/>
              <a:gd name="connsiteY4" fmla="*/ 5585244 h 55852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9069" h="5585244">
                <a:moveTo>
                  <a:pt x="0" y="0"/>
                </a:moveTo>
                <a:lnTo>
                  <a:pt x="10719069" y="0"/>
                </a:lnTo>
                <a:lnTo>
                  <a:pt x="10719069" y="5083722"/>
                </a:lnTo>
                <a:cubicBezTo>
                  <a:pt x="10719069" y="5360705"/>
                  <a:pt x="10494530" y="5585244"/>
                  <a:pt x="10217547" y="5585244"/>
                </a:cubicBezTo>
                <a:lnTo>
                  <a:pt x="0" y="5585244"/>
                </a:lnTo>
                <a:close/>
              </a:path>
            </a:pathLst>
          </a:custGeom>
          <a:solidFill>
            <a:schemeClr val="accent3">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31515" y="606176"/>
            <a:ext cx="9339210" cy="4530904"/>
          </a:xfrm>
        </p:spPr>
        <p:txBody>
          <a:bodyPr anchor="b">
            <a:normAutofit/>
          </a:bodyPr>
          <a:lstStyle>
            <a:lvl1pPr marL="0" indent="0">
              <a:lnSpc>
                <a:spcPct val="90000"/>
              </a:lnSpc>
              <a:buNone/>
              <a:defRPr sz="6600" b="0" cap="none" baseline="0">
                <a:solidFill>
                  <a:schemeClr val="accent1"/>
                </a:solidFill>
              </a:defRPr>
            </a:lvl1pPr>
            <a:lvl2pPr marL="228600" indent="0">
              <a:lnSpc>
                <a:spcPct val="90000"/>
              </a:lnSpc>
              <a:buNone/>
              <a:defRPr sz="6000" b="0" cap="none" baseline="0">
                <a:solidFill>
                  <a:schemeClr val="accent1"/>
                </a:solidFill>
              </a:defRPr>
            </a:lvl2pPr>
            <a:lvl3pPr marL="457200" indent="0">
              <a:lnSpc>
                <a:spcPct val="90000"/>
              </a:lnSpc>
              <a:buNone/>
              <a:defRPr sz="5400" b="0" cap="none" baseline="0">
                <a:solidFill>
                  <a:schemeClr val="accent1"/>
                </a:solidFill>
              </a:defRPr>
            </a:lvl3pPr>
            <a:lvl4pPr marL="685800" indent="0">
              <a:lnSpc>
                <a:spcPct val="90000"/>
              </a:lnSpc>
              <a:buNone/>
              <a:defRPr sz="4800" b="0" cap="none" baseline="0">
                <a:solidFill>
                  <a:schemeClr val="accent1"/>
                </a:solidFill>
              </a:defRPr>
            </a:lvl4pPr>
            <a:lvl5pPr marL="914400" indent="0">
              <a:lnSpc>
                <a:spcPct val="90000"/>
              </a:lnSpc>
              <a:buNone/>
              <a:defRPr sz="4400" b="0" cap="none" baseline="0">
                <a:solidFill>
                  <a:schemeClr val="accent1"/>
                </a:solidFill>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accent1"/>
                </a:solidFill>
              </a:defRPr>
            </a:lvl1pPr>
          </a:lstStyle>
          <a:p>
            <a:endParaRPr lang="en-US"/>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accent1"/>
                </a:solidFill>
              </a:defRPr>
            </a:lvl1pPr>
          </a:lstStyle>
          <a:p>
            <a:fld id="{D7E3ECEC-7E7B-4FB9-BAE8-5C10F12795EA}" type="datetimeFigureOut">
              <a:rPr lang="en-US" smtClean="0"/>
              <a:t>6/10/2026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accent1"/>
                </a:solidFill>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2366629464"/>
      </p:ext>
    </p:extLst>
  </p:cSld>
  <p:clrMapOvr>
    <a:overrideClrMapping bg1="lt1" tx1="dk1" bg2="lt2" tx2="dk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Statem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343032" y="1455226"/>
            <a:ext cx="10152770" cy="5065498"/>
          </a:xfrm>
        </p:spPr>
        <p:txBody>
          <a:bodyPr anchor="b">
            <a:normAutofit/>
          </a:bodyPr>
          <a:lstStyle>
            <a:lvl1pPr marL="0" indent="0">
              <a:lnSpc>
                <a:spcPct val="90000"/>
              </a:lnSpc>
              <a:buNone/>
              <a:defRPr sz="7200" b="0">
                <a:solidFill>
                  <a:schemeClr val="accent1"/>
                </a:solidFill>
              </a:defRPr>
            </a:lvl1pPr>
            <a:lvl2pPr marL="228600" indent="0">
              <a:lnSpc>
                <a:spcPct val="90000"/>
              </a:lnSpc>
              <a:buNone/>
              <a:defRPr sz="6600" b="0">
                <a:solidFill>
                  <a:schemeClr val="accent1"/>
                </a:solidFill>
              </a:defRPr>
            </a:lvl2pPr>
            <a:lvl3pPr marL="457200" indent="0">
              <a:lnSpc>
                <a:spcPct val="90000"/>
              </a:lnSpc>
              <a:buNone/>
              <a:defRPr sz="6000" b="0">
                <a:solidFill>
                  <a:schemeClr val="accent1"/>
                </a:solidFill>
              </a:defRPr>
            </a:lvl3pPr>
            <a:lvl4pPr marL="685800" indent="0">
              <a:lnSpc>
                <a:spcPct val="90000"/>
              </a:lnSpc>
              <a:buNone/>
              <a:defRPr sz="5400" b="0">
                <a:solidFill>
                  <a:schemeClr val="accent1"/>
                </a:solidFill>
              </a:defRPr>
            </a:lvl4pPr>
            <a:lvl5pPr marL="914400" indent="0">
              <a:lnSpc>
                <a:spcPct val="90000"/>
              </a:lnSpc>
              <a:buNone/>
              <a:defRPr sz="4800" b="0">
                <a:solidFill>
                  <a:schemeClr val="accent1"/>
                </a:solidFill>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768096" y="64008"/>
            <a:ext cx="3569995" cy="338328"/>
          </a:xfrm>
        </p:spPr>
        <p:txBody>
          <a:bodyPr/>
          <a:lstStyle/>
          <a:p>
            <a:endParaRPr lang="en-US"/>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9291411" y="64008"/>
            <a:ext cx="1612674" cy="338328"/>
          </a:xfrm>
        </p:spPr>
        <p:txBody>
          <a:bodyPr/>
          <a:lstStyle/>
          <a:p>
            <a:fld id="{D7E3ECEC-7E7B-4FB9-BAE8-5C10F12795EA}" type="datetimeFigureOut">
              <a:rPr lang="en-US" smtClean="0"/>
              <a:t>6/10/2026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055096" y="64008"/>
            <a:ext cx="457200" cy="338328"/>
          </a:xfrm>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416099522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Quote">
    <p:bg>
      <p:bgPr>
        <a:solidFill>
          <a:schemeClr val="accent3">
            <a:alpha val="6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7B7014-5970-11E5-11F0-6B902283689F}"/>
              </a:ext>
            </a:extLst>
          </p:cNvPr>
          <p:cNvSpPr>
            <a:spLocks noGrp="1"/>
          </p:cNvSpPr>
          <p:nvPr>
            <p:ph type="title" hasCustomPrompt="1"/>
          </p:nvPr>
        </p:nvSpPr>
        <p:spPr>
          <a:xfrm>
            <a:off x="772090" y="5085707"/>
            <a:ext cx="8968722" cy="757309"/>
          </a:xfrm>
        </p:spPr>
        <p:txBody>
          <a:bodyPr anchor="t">
            <a:normAutofit/>
          </a:bodyPr>
          <a:lstStyle>
            <a:lvl1pPr>
              <a:lnSpc>
                <a:spcPct val="120000"/>
              </a:lnSpc>
              <a:defRPr sz="1600">
                <a:latin typeface="+mn-lt"/>
              </a:defRPr>
            </a:lvl1pPr>
          </a:lstStyle>
          <a:p>
            <a:r>
              <a:rPr lang="en-US" dirty="0"/>
              <a:t>Quote Author</a:t>
            </a:r>
          </a:p>
        </p:txBody>
      </p:sp>
      <p:sp>
        <p:nvSpPr>
          <p:cNvPr id="7" name="Content Placeholder 6">
            <a:extLst>
              <a:ext uri="{FF2B5EF4-FFF2-40B4-BE49-F238E27FC236}">
                <a16:creationId xmlns:a16="http://schemas.microsoft.com/office/drawing/2014/main" id="{63EF4BD9-B936-0E90-F933-A03D5E185561}"/>
              </a:ext>
            </a:extLst>
          </p:cNvPr>
          <p:cNvSpPr>
            <a:spLocks noGrp="1"/>
          </p:cNvSpPr>
          <p:nvPr>
            <p:ph sz="quarter" idx="13" hasCustomPrompt="1"/>
          </p:nvPr>
        </p:nvSpPr>
        <p:spPr>
          <a:xfrm>
            <a:off x="772090" y="821934"/>
            <a:ext cx="8968722" cy="3742116"/>
          </a:xfrm>
        </p:spPr>
        <p:txBody>
          <a:bodyPr anchor="t">
            <a:normAutofit/>
          </a:bodyPr>
          <a:lstStyle>
            <a:lvl1pPr marL="137160" indent="-137160">
              <a:lnSpc>
                <a:spcPct val="100000"/>
              </a:lnSpc>
              <a:spcBef>
                <a:spcPts val="0"/>
              </a:spcBef>
              <a:buNone/>
              <a:defRPr sz="6000">
                <a:solidFill>
                  <a:schemeClr val="accent1"/>
                </a:solidFill>
                <a:latin typeface="+mj-lt"/>
              </a:defRPr>
            </a:lvl1pPr>
          </a:lstStyle>
          <a:p>
            <a:pPr lvl="0"/>
            <a:r>
              <a:rPr lang="en-US" dirty="0"/>
              <a:t>Click to edit Quote</a:t>
            </a:r>
          </a:p>
        </p:txBody>
      </p:sp>
      <p:sp>
        <p:nvSpPr>
          <p:cNvPr id="4" name="Footer Placeholder 3">
            <a:extLst>
              <a:ext uri="{FF2B5EF4-FFF2-40B4-BE49-F238E27FC236}">
                <a16:creationId xmlns:a16="http://schemas.microsoft.com/office/drawing/2014/main" id="{CB66F519-3A11-8ACC-F11B-0C5B8388C6E7}"/>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7450CCE4-9136-9EA6-8630-92DA75F38F3D}"/>
              </a:ext>
            </a:extLst>
          </p:cNvPr>
          <p:cNvSpPr>
            <a:spLocks noGrp="1"/>
          </p:cNvSpPr>
          <p:nvPr>
            <p:ph type="dt" sz="half" idx="10"/>
          </p:nvPr>
        </p:nvSpPr>
        <p:spPr/>
        <p:txBody>
          <a:bodyPr/>
          <a:lstStyle/>
          <a:p>
            <a:fld id="{D7E3ECEC-7E7B-4FB9-BAE8-5C10F12795EA}" type="datetimeFigureOut">
              <a:rPr lang="en-US" smtClean="0"/>
              <a:t>6/10/2026</a:t>
            </a:fld>
            <a:endParaRPr lang="en-US"/>
          </a:p>
        </p:txBody>
      </p:sp>
      <p:sp>
        <p:nvSpPr>
          <p:cNvPr id="5" name="Slide Number Placeholder 4">
            <a:extLst>
              <a:ext uri="{FF2B5EF4-FFF2-40B4-BE49-F238E27FC236}">
                <a16:creationId xmlns:a16="http://schemas.microsoft.com/office/drawing/2014/main" id="{3B677173-46BB-8B19-DE87-86D46A98F540}"/>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233797729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Quote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7B7014-5970-11E5-11F0-6B902283689F}"/>
              </a:ext>
            </a:extLst>
          </p:cNvPr>
          <p:cNvSpPr>
            <a:spLocks noGrp="1"/>
          </p:cNvSpPr>
          <p:nvPr>
            <p:ph type="title" hasCustomPrompt="1"/>
          </p:nvPr>
        </p:nvSpPr>
        <p:spPr>
          <a:xfrm>
            <a:off x="768096" y="4965192"/>
            <a:ext cx="9841113" cy="1289304"/>
          </a:xfrm>
        </p:spPr>
        <p:txBody>
          <a:bodyPr anchor="ctr">
            <a:normAutofit/>
          </a:bodyPr>
          <a:lstStyle>
            <a:lvl1pPr>
              <a:lnSpc>
                <a:spcPct val="120000"/>
              </a:lnSpc>
              <a:defRPr sz="1800" b="0">
                <a:latin typeface="+mn-lt"/>
              </a:defRPr>
            </a:lvl1pPr>
          </a:lstStyle>
          <a:p>
            <a:r>
              <a:rPr lang="en-US" dirty="0"/>
              <a:t>Quote Author</a:t>
            </a:r>
          </a:p>
        </p:txBody>
      </p:sp>
      <p:sp>
        <p:nvSpPr>
          <p:cNvPr id="7" name="Content Placeholder 6">
            <a:extLst>
              <a:ext uri="{FF2B5EF4-FFF2-40B4-BE49-F238E27FC236}">
                <a16:creationId xmlns:a16="http://schemas.microsoft.com/office/drawing/2014/main" id="{63EF4BD9-B936-0E90-F933-A03D5E185561}"/>
              </a:ext>
            </a:extLst>
          </p:cNvPr>
          <p:cNvSpPr>
            <a:spLocks noGrp="1"/>
          </p:cNvSpPr>
          <p:nvPr>
            <p:ph sz="quarter" idx="13" hasCustomPrompt="1"/>
          </p:nvPr>
        </p:nvSpPr>
        <p:spPr>
          <a:xfrm>
            <a:off x="772090" y="729465"/>
            <a:ext cx="9841114" cy="3814182"/>
          </a:xfrm>
        </p:spPr>
        <p:txBody>
          <a:bodyPr anchor="t">
            <a:normAutofit/>
          </a:bodyPr>
          <a:lstStyle>
            <a:lvl1pPr marL="137160" indent="-137160">
              <a:lnSpc>
                <a:spcPct val="90000"/>
              </a:lnSpc>
              <a:spcBef>
                <a:spcPts val="0"/>
              </a:spcBef>
              <a:buNone/>
              <a:defRPr sz="7200">
                <a:solidFill>
                  <a:schemeClr val="accent1"/>
                </a:solidFill>
                <a:latin typeface="+mj-lt"/>
              </a:defRPr>
            </a:lvl1pPr>
          </a:lstStyle>
          <a:p>
            <a:pPr lvl="0"/>
            <a:r>
              <a:rPr lang="en-US" dirty="0"/>
              <a:t>Click to edit Quote</a:t>
            </a:r>
          </a:p>
        </p:txBody>
      </p:sp>
      <p:sp>
        <p:nvSpPr>
          <p:cNvPr id="9" name="Footer Placeholder 8">
            <a:extLst>
              <a:ext uri="{FF2B5EF4-FFF2-40B4-BE49-F238E27FC236}">
                <a16:creationId xmlns:a16="http://schemas.microsoft.com/office/drawing/2014/main" id="{A8AE5996-C1E5-AFF0-1C20-EFDC8711799D}"/>
              </a:ext>
            </a:extLst>
          </p:cNvPr>
          <p:cNvSpPr>
            <a:spLocks noGrp="1"/>
          </p:cNvSpPr>
          <p:nvPr>
            <p:ph type="ftr" sz="quarter" idx="15"/>
          </p:nvPr>
        </p:nvSpPr>
        <p:spPr/>
        <p:txBody>
          <a:bodyPr/>
          <a:lstStyle/>
          <a:p>
            <a:endParaRPr lang="en-US"/>
          </a:p>
        </p:txBody>
      </p:sp>
      <p:sp>
        <p:nvSpPr>
          <p:cNvPr id="6" name="Date Placeholder 5">
            <a:extLst>
              <a:ext uri="{FF2B5EF4-FFF2-40B4-BE49-F238E27FC236}">
                <a16:creationId xmlns:a16="http://schemas.microsoft.com/office/drawing/2014/main" id="{1554EA42-18F1-82AE-02C3-B2B2A57AD709}"/>
              </a:ext>
            </a:extLst>
          </p:cNvPr>
          <p:cNvSpPr>
            <a:spLocks noGrp="1"/>
          </p:cNvSpPr>
          <p:nvPr>
            <p:ph type="dt" sz="half" idx="14"/>
          </p:nvPr>
        </p:nvSpPr>
        <p:spPr/>
        <p:txBody>
          <a:bodyPr/>
          <a:lstStyle/>
          <a:p>
            <a:fld id="{D7E3ECEC-7E7B-4FB9-BAE8-5C10F12795EA}" type="datetimeFigureOut">
              <a:rPr lang="en-US" smtClean="0"/>
              <a:t>6/10/2026</a:t>
            </a:fld>
            <a:endParaRPr lang="en-US"/>
          </a:p>
        </p:txBody>
      </p:sp>
      <p:sp>
        <p:nvSpPr>
          <p:cNvPr id="10" name="Slide Number Placeholder 9">
            <a:extLst>
              <a:ext uri="{FF2B5EF4-FFF2-40B4-BE49-F238E27FC236}">
                <a16:creationId xmlns:a16="http://schemas.microsoft.com/office/drawing/2014/main" id="{4A8ACF18-7D60-FEE3-1B8D-6E5F51611A84}"/>
              </a:ext>
            </a:extLst>
          </p:cNvPr>
          <p:cNvSpPr>
            <a:spLocks noGrp="1"/>
          </p:cNvSpPr>
          <p:nvPr>
            <p:ph type="sldNum" sz="quarter" idx="16"/>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3455012340"/>
      </p:ext>
    </p:extLst>
  </p:cSld>
  <p:clrMapOvr>
    <a:overrideClrMapping bg1="lt1" tx1="dk1" bg2="lt2" tx2="dk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Quote 3">
    <p:bg>
      <p:bgPr>
        <a:solidFill>
          <a:schemeClr val="bg2"/>
        </a:solidFill>
        <a:effectLst/>
      </p:bgPr>
    </p:bg>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243F357D-01B6-71AD-58FF-26C551B8D6F8}"/>
              </a:ext>
              <a:ext uri="{C183D7F6-B498-43B3-948B-1728B52AA6E4}">
                <adec:decorative xmlns:adec="http://schemas.microsoft.com/office/drawing/2017/decorative" val="1"/>
              </a:ext>
            </a:extLst>
          </p:cNvPr>
          <p:cNvSpPr/>
          <p:nvPr/>
        </p:nvSpPr>
        <p:spPr>
          <a:xfrm rot="10800000" flipH="1">
            <a:off x="0" y="5155892"/>
            <a:ext cx="11468099" cy="1702107"/>
          </a:xfrm>
          <a:custGeom>
            <a:avLst/>
            <a:gdLst>
              <a:gd name="connsiteX0" fmla="*/ 10322569 w 10836926"/>
              <a:gd name="connsiteY0" fmla="*/ 1702107 h 1702107"/>
              <a:gd name="connsiteX1" fmla="*/ 0 w 10836926"/>
              <a:gd name="connsiteY1" fmla="*/ 1702107 h 1702107"/>
              <a:gd name="connsiteX2" fmla="*/ 0 w 10836926"/>
              <a:gd name="connsiteY2" fmla="*/ 0 h 1702107"/>
              <a:gd name="connsiteX3" fmla="*/ 10836926 w 10836926"/>
              <a:gd name="connsiteY3" fmla="*/ 0 h 1702107"/>
              <a:gd name="connsiteX4" fmla="*/ 10836926 w 10836926"/>
              <a:gd name="connsiteY4" fmla="*/ 1187751 h 1702107"/>
              <a:gd name="connsiteX5" fmla="*/ 10322569 w 10836926"/>
              <a:gd name="connsiteY5" fmla="*/ 1702107 h 1702107"/>
              <a:gd name="connsiteX0" fmla="*/ 10990389 w 11504746"/>
              <a:gd name="connsiteY0" fmla="*/ 1702107 h 1702107"/>
              <a:gd name="connsiteX1" fmla="*/ 0 w 11504746"/>
              <a:gd name="connsiteY1" fmla="*/ 1702107 h 1702107"/>
              <a:gd name="connsiteX2" fmla="*/ 667820 w 11504746"/>
              <a:gd name="connsiteY2" fmla="*/ 0 h 1702107"/>
              <a:gd name="connsiteX3" fmla="*/ 11504746 w 11504746"/>
              <a:gd name="connsiteY3" fmla="*/ 0 h 1702107"/>
              <a:gd name="connsiteX4" fmla="*/ 11504746 w 11504746"/>
              <a:gd name="connsiteY4" fmla="*/ 1187751 h 1702107"/>
              <a:gd name="connsiteX5" fmla="*/ 10990389 w 11504746"/>
              <a:gd name="connsiteY5" fmla="*/ 1702107 h 1702107"/>
              <a:gd name="connsiteX0" fmla="*/ 11000664 w 11515021"/>
              <a:gd name="connsiteY0" fmla="*/ 1702107 h 1702107"/>
              <a:gd name="connsiteX1" fmla="*/ 10275 w 11515021"/>
              <a:gd name="connsiteY1" fmla="*/ 1702107 h 1702107"/>
              <a:gd name="connsiteX2" fmla="*/ 0 w 11515021"/>
              <a:gd name="connsiteY2" fmla="*/ 0 h 1702107"/>
              <a:gd name="connsiteX3" fmla="*/ 11515021 w 11515021"/>
              <a:gd name="connsiteY3" fmla="*/ 0 h 1702107"/>
              <a:gd name="connsiteX4" fmla="*/ 11515021 w 11515021"/>
              <a:gd name="connsiteY4" fmla="*/ 1187751 h 1702107"/>
              <a:gd name="connsiteX5" fmla="*/ 11000664 w 11515021"/>
              <a:gd name="connsiteY5" fmla="*/ 1702107 h 1702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515021" h="1702107">
                <a:moveTo>
                  <a:pt x="11000664" y="1702107"/>
                </a:moveTo>
                <a:lnTo>
                  <a:pt x="10275" y="1702107"/>
                </a:lnTo>
                <a:lnTo>
                  <a:pt x="0" y="0"/>
                </a:lnTo>
                <a:lnTo>
                  <a:pt x="11515021" y="0"/>
                </a:lnTo>
                <a:lnTo>
                  <a:pt x="11515021" y="1187751"/>
                </a:lnTo>
                <a:cubicBezTo>
                  <a:pt x="11515021" y="1471822"/>
                  <a:pt x="11284736" y="1702107"/>
                  <a:pt x="11000664" y="1702107"/>
                </a:cubicBez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297B7014-5970-11E5-11F0-6B902283689F}"/>
              </a:ext>
            </a:extLst>
          </p:cNvPr>
          <p:cNvSpPr>
            <a:spLocks noGrp="1"/>
          </p:cNvSpPr>
          <p:nvPr>
            <p:ph type="title" hasCustomPrompt="1"/>
          </p:nvPr>
        </p:nvSpPr>
        <p:spPr>
          <a:xfrm>
            <a:off x="1438381" y="5684948"/>
            <a:ext cx="9060691" cy="643997"/>
          </a:xfrm>
        </p:spPr>
        <p:txBody>
          <a:bodyPr anchor="ctr">
            <a:normAutofit/>
          </a:bodyPr>
          <a:lstStyle>
            <a:lvl1pPr algn="r">
              <a:lnSpc>
                <a:spcPct val="120000"/>
              </a:lnSpc>
              <a:defRPr sz="1600">
                <a:latin typeface="+mn-lt"/>
              </a:defRPr>
            </a:lvl1pPr>
          </a:lstStyle>
          <a:p>
            <a:r>
              <a:rPr lang="en-US" dirty="0"/>
              <a:t>Quote Author</a:t>
            </a:r>
          </a:p>
        </p:txBody>
      </p:sp>
      <p:sp>
        <p:nvSpPr>
          <p:cNvPr id="7" name="Content Placeholder 6">
            <a:extLst>
              <a:ext uri="{FF2B5EF4-FFF2-40B4-BE49-F238E27FC236}">
                <a16:creationId xmlns:a16="http://schemas.microsoft.com/office/drawing/2014/main" id="{63EF4BD9-B936-0E90-F933-A03D5E185561}"/>
              </a:ext>
            </a:extLst>
          </p:cNvPr>
          <p:cNvSpPr>
            <a:spLocks noGrp="1"/>
          </p:cNvSpPr>
          <p:nvPr>
            <p:ph sz="quarter" idx="13" hasCustomPrompt="1"/>
          </p:nvPr>
        </p:nvSpPr>
        <p:spPr>
          <a:xfrm>
            <a:off x="1438382" y="1027417"/>
            <a:ext cx="9060691" cy="3400746"/>
          </a:xfrm>
        </p:spPr>
        <p:txBody>
          <a:bodyPr anchor="ctr">
            <a:normAutofit/>
          </a:bodyPr>
          <a:lstStyle>
            <a:lvl1pPr marL="137160" indent="-137160">
              <a:lnSpc>
                <a:spcPct val="100000"/>
              </a:lnSpc>
              <a:spcBef>
                <a:spcPts val="0"/>
              </a:spcBef>
              <a:buNone/>
              <a:defRPr sz="4800">
                <a:solidFill>
                  <a:schemeClr val="accent1"/>
                </a:solidFill>
                <a:latin typeface="+mj-lt"/>
              </a:defRPr>
            </a:lvl1pPr>
          </a:lstStyle>
          <a:p>
            <a:pPr lvl="0"/>
            <a:r>
              <a:rPr lang="en-US" dirty="0"/>
              <a:t>Click to edit Quote</a:t>
            </a:r>
          </a:p>
        </p:txBody>
      </p:sp>
      <p:sp>
        <p:nvSpPr>
          <p:cNvPr id="4" name="Footer Placeholder 3">
            <a:extLst>
              <a:ext uri="{FF2B5EF4-FFF2-40B4-BE49-F238E27FC236}">
                <a16:creationId xmlns:a16="http://schemas.microsoft.com/office/drawing/2014/main" id="{CB66F519-3A11-8ACC-F11B-0C5B8388C6E7}"/>
              </a:ext>
            </a:extLst>
          </p:cNvPr>
          <p:cNvSpPr>
            <a:spLocks noGrp="1"/>
          </p:cNvSpPr>
          <p:nvPr>
            <p:ph type="ftr" sz="quarter" idx="11"/>
          </p:nvPr>
        </p:nvSpPr>
        <p:spPr>
          <a:xfrm>
            <a:off x="772090" y="6382512"/>
            <a:ext cx="2816835" cy="338328"/>
          </a:xfrm>
        </p:spPr>
        <p:txBody>
          <a:bodyPr/>
          <a:lstStyle/>
          <a:p>
            <a:endParaRPr lang="en-US"/>
          </a:p>
        </p:txBody>
      </p:sp>
      <p:sp>
        <p:nvSpPr>
          <p:cNvPr id="3" name="Date Placeholder 2">
            <a:extLst>
              <a:ext uri="{FF2B5EF4-FFF2-40B4-BE49-F238E27FC236}">
                <a16:creationId xmlns:a16="http://schemas.microsoft.com/office/drawing/2014/main" id="{7450CCE4-9136-9EA6-8630-92DA75F38F3D}"/>
              </a:ext>
            </a:extLst>
          </p:cNvPr>
          <p:cNvSpPr>
            <a:spLocks noGrp="1"/>
          </p:cNvSpPr>
          <p:nvPr>
            <p:ph type="dt" sz="half" idx="10"/>
          </p:nvPr>
        </p:nvSpPr>
        <p:spPr>
          <a:xfrm>
            <a:off x="9291411" y="6382512"/>
            <a:ext cx="1612674" cy="338328"/>
          </a:xfrm>
        </p:spPr>
        <p:txBody>
          <a:bodyPr/>
          <a:lstStyle/>
          <a:p>
            <a:fld id="{D7E3ECEC-7E7B-4FB9-BAE8-5C10F12795EA}" type="datetimeFigureOut">
              <a:rPr lang="en-US" smtClean="0"/>
              <a:t>6/10/2026</a:t>
            </a:fld>
            <a:endParaRPr lang="en-US"/>
          </a:p>
        </p:txBody>
      </p:sp>
      <p:sp>
        <p:nvSpPr>
          <p:cNvPr id="5" name="Slide Number Placeholder 4">
            <a:extLst>
              <a:ext uri="{FF2B5EF4-FFF2-40B4-BE49-F238E27FC236}">
                <a16:creationId xmlns:a16="http://schemas.microsoft.com/office/drawing/2014/main" id="{3B677173-46BB-8B19-DE87-86D46A98F540}"/>
              </a:ext>
            </a:extLst>
          </p:cNvPr>
          <p:cNvSpPr>
            <a:spLocks noGrp="1"/>
          </p:cNvSpPr>
          <p:nvPr>
            <p:ph type="sldNum" sz="quarter" idx="12"/>
          </p:nvPr>
        </p:nvSpPr>
        <p:spPr>
          <a:xfrm>
            <a:off x="11050742" y="6382512"/>
            <a:ext cx="457200" cy="338328"/>
          </a:xfrm>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234086409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Quote 4">
    <p:bg>
      <p:bgPr>
        <a:solidFill>
          <a:schemeClr val="bg2"/>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ADA777E9-52E4-B265-D19D-C179BB567FA4}"/>
              </a:ext>
              <a:ext uri="{C183D7F6-B498-43B3-948B-1728B52AA6E4}">
                <adec:decorative xmlns:adec="http://schemas.microsoft.com/office/drawing/2017/decorative" val="1"/>
              </a:ext>
            </a:extLst>
          </p:cNvPr>
          <p:cNvSpPr/>
          <p:nvPr/>
        </p:nvSpPr>
        <p:spPr>
          <a:xfrm>
            <a:off x="0" y="0"/>
            <a:ext cx="10809939" cy="5148072"/>
          </a:xfrm>
          <a:custGeom>
            <a:avLst/>
            <a:gdLst>
              <a:gd name="connsiteX0" fmla="*/ 0 w 10809939"/>
              <a:gd name="connsiteY0" fmla="*/ 0 h 5148072"/>
              <a:gd name="connsiteX1" fmla="*/ 10809939 w 10809939"/>
              <a:gd name="connsiteY1" fmla="*/ 0 h 5148072"/>
              <a:gd name="connsiteX2" fmla="*/ 10809939 w 10809939"/>
              <a:gd name="connsiteY2" fmla="*/ 4646550 h 5148072"/>
              <a:gd name="connsiteX3" fmla="*/ 10308417 w 10809939"/>
              <a:gd name="connsiteY3" fmla="*/ 5148072 h 5148072"/>
              <a:gd name="connsiteX4" fmla="*/ 0 w 10809939"/>
              <a:gd name="connsiteY4" fmla="*/ 5148072 h 51480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9939" h="5148072">
                <a:moveTo>
                  <a:pt x="0" y="0"/>
                </a:moveTo>
                <a:lnTo>
                  <a:pt x="10809939" y="0"/>
                </a:lnTo>
                <a:lnTo>
                  <a:pt x="10809939" y="4646550"/>
                </a:lnTo>
                <a:cubicBezTo>
                  <a:pt x="10809939" y="4923533"/>
                  <a:pt x="10585400" y="5148072"/>
                  <a:pt x="10308417" y="5148072"/>
                </a:cubicBezTo>
                <a:lnTo>
                  <a:pt x="0" y="5148072"/>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297B7014-5970-11E5-11F0-6B902283689F}"/>
              </a:ext>
            </a:extLst>
          </p:cNvPr>
          <p:cNvSpPr>
            <a:spLocks noGrp="1"/>
          </p:cNvSpPr>
          <p:nvPr>
            <p:ph type="title" hasCustomPrompt="1"/>
          </p:nvPr>
        </p:nvSpPr>
        <p:spPr>
          <a:xfrm>
            <a:off x="767446" y="5518298"/>
            <a:ext cx="8964384" cy="818494"/>
          </a:xfrm>
        </p:spPr>
        <p:txBody>
          <a:bodyPr anchor="ctr">
            <a:normAutofit/>
          </a:bodyPr>
          <a:lstStyle>
            <a:lvl1pPr>
              <a:lnSpc>
                <a:spcPct val="120000"/>
              </a:lnSpc>
              <a:defRPr sz="1600" b="0">
                <a:latin typeface="+mn-lt"/>
              </a:defRPr>
            </a:lvl1pPr>
          </a:lstStyle>
          <a:p>
            <a:r>
              <a:rPr lang="en-US" dirty="0"/>
              <a:t>Quote Author</a:t>
            </a:r>
          </a:p>
        </p:txBody>
      </p:sp>
      <p:sp>
        <p:nvSpPr>
          <p:cNvPr id="7" name="Content Placeholder 6">
            <a:extLst>
              <a:ext uri="{FF2B5EF4-FFF2-40B4-BE49-F238E27FC236}">
                <a16:creationId xmlns:a16="http://schemas.microsoft.com/office/drawing/2014/main" id="{63EF4BD9-B936-0E90-F933-A03D5E185561}"/>
              </a:ext>
            </a:extLst>
          </p:cNvPr>
          <p:cNvSpPr>
            <a:spLocks noGrp="1"/>
          </p:cNvSpPr>
          <p:nvPr>
            <p:ph sz="quarter" idx="13" hasCustomPrompt="1"/>
          </p:nvPr>
        </p:nvSpPr>
        <p:spPr>
          <a:xfrm>
            <a:off x="767446" y="750013"/>
            <a:ext cx="8733760" cy="3800721"/>
          </a:xfrm>
        </p:spPr>
        <p:txBody>
          <a:bodyPr anchor="t">
            <a:normAutofit/>
          </a:bodyPr>
          <a:lstStyle>
            <a:lvl1pPr marL="137160" indent="-137160">
              <a:lnSpc>
                <a:spcPct val="90000"/>
              </a:lnSpc>
              <a:spcBef>
                <a:spcPts val="0"/>
              </a:spcBef>
              <a:buNone/>
              <a:defRPr sz="5400">
                <a:solidFill>
                  <a:schemeClr val="accent1"/>
                </a:solidFill>
                <a:latin typeface="+mj-lt"/>
              </a:defRPr>
            </a:lvl1pPr>
          </a:lstStyle>
          <a:p>
            <a:pPr lvl="0"/>
            <a:r>
              <a:rPr lang="en-US" dirty="0"/>
              <a:t>Click to edit Quote</a:t>
            </a:r>
          </a:p>
        </p:txBody>
      </p:sp>
      <p:sp>
        <p:nvSpPr>
          <p:cNvPr id="8" name="Footer Placeholder 7">
            <a:extLst>
              <a:ext uri="{FF2B5EF4-FFF2-40B4-BE49-F238E27FC236}">
                <a16:creationId xmlns:a16="http://schemas.microsoft.com/office/drawing/2014/main" id="{0AD62116-941C-252B-AE63-2508CE4FDD3F}"/>
              </a:ext>
            </a:extLst>
          </p:cNvPr>
          <p:cNvSpPr>
            <a:spLocks noGrp="1"/>
          </p:cNvSpPr>
          <p:nvPr>
            <p:ph type="ftr" sz="quarter" idx="15"/>
          </p:nvPr>
        </p:nvSpPr>
        <p:spPr>
          <a:xfrm>
            <a:off x="772090" y="6382512"/>
            <a:ext cx="2816835" cy="338328"/>
          </a:xfrm>
        </p:spPr>
        <p:txBody>
          <a:bodyPr/>
          <a:lstStyle/>
          <a:p>
            <a:endParaRPr lang="en-US"/>
          </a:p>
        </p:txBody>
      </p:sp>
      <p:sp>
        <p:nvSpPr>
          <p:cNvPr id="6" name="Date Placeholder 5">
            <a:extLst>
              <a:ext uri="{FF2B5EF4-FFF2-40B4-BE49-F238E27FC236}">
                <a16:creationId xmlns:a16="http://schemas.microsoft.com/office/drawing/2014/main" id="{23547C88-24DC-DAA1-274D-9715ED6805BC}"/>
              </a:ext>
            </a:extLst>
          </p:cNvPr>
          <p:cNvSpPr>
            <a:spLocks noGrp="1"/>
          </p:cNvSpPr>
          <p:nvPr>
            <p:ph type="dt" sz="half" idx="14"/>
          </p:nvPr>
        </p:nvSpPr>
        <p:spPr>
          <a:xfrm>
            <a:off x="9291411" y="6382512"/>
            <a:ext cx="1612674" cy="338328"/>
          </a:xfrm>
        </p:spPr>
        <p:txBody>
          <a:bodyPr/>
          <a:lstStyle/>
          <a:p>
            <a:fld id="{D7E3ECEC-7E7B-4FB9-BAE8-5C10F12795EA}" type="datetimeFigureOut">
              <a:rPr lang="en-US" smtClean="0"/>
              <a:t>6/10/2026</a:t>
            </a:fld>
            <a:endParaRPr lang="en-US"/>
          </a:p>
        </p:txBody>
      </p:sp>
      <p:sp>
        <p:nvSpPr>
          <p:cNvPr id="10" name="Slide Number Placeholder 9">
            <a:extLst>
              <a:ext uri="{FF2B5EF4-FFF2-40B4-BE49-F238E27FC236}">
                <a16:creationId xmlns:a16="http://schemas.microsoft.com/office/drawing/2014/main" id="{A921AC9D-428B-1CE3-499F-1289B47D5F26}"/>
              </a:ext>
            </a:extLst>
          </p:cNvPr>
          <p:cNvSpPr>
            <a:spLocks noGrp="1"/>
          </p:cNvSpPr>
          <p:nvPr>
            <p:ph type="sldNum" sz="quarter" idx="16"/>
          </p:nvPr>
        </p:nvSpPr>
        <p:spPr>
          <a:xfrm>
            <a:off x="11050742" y="6382512"/>
            <a:ext cx="457200" cy="338328"/>
          </a:xfrm>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76821676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Quote 5">
    <p:bg>
      <p:bgPr>
        <a:solidFill>
          <a:schemeClr val="accent3">
            <a:alpha val="60000"/>
          </a:schemeClr>
        </a:soli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0EBA2EC2-4347-818C-501D-DEEA9CA0D13B}"/>
              </a:ext>
              <a:ext uri="{C183D7F6-B498-43B3-948B-1728B52AA6E4}">
                <adec:decorative xmlns:adec="http://schemas.microsoft.com/office/drawing/2017/decorative" val="1"/>
              </a:ext>
            </a:extLst>
          </p:cNvPr>
          <p:cNvSpPr/>
          <p:nvPr/>
        </p:nvSpPr>
        <p:spPr>
          <a:xfrm>
            <a:off x="1" y="-1"/>
            <a:ext cx="10809939" cy="5617255"/>
          </a:xfrm>
          <a:custGeom>
            <a:avLst/>
            <a:gdLst>
              <a:gd name="connsiteX0" fmla="*/ 0 w 10809939"/>
              <a:gd name="connsiteY0" fmla="*/ 0 h 5638868"/>
              <a:gd name="connsiteX1" fmla="*/ 10809939 w 10809939"/>
              <a:gd name="connsiteY1" fmla="*/ 0 h 5638868"/>
              <a:gd name="connsiteX2" fmla="*/ 10809939 w 10809939"/>
              <a:gd name="connsiteY2" fmla="*/ 5116914 h 5638868"/>
              <a:gd name="connsiteX3" fmla="*/ 10287986 w 10809939"/>
              <a:gd name="connsiteY3" fmla="*/ 5638868 h 5638868"/>
              <a:gd name="connsiteX4" fmla="*/ 0 w 10809939"/>
              <a:gd name="connsiteY4" fmla="*/ 5638868 h 563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9939" h="5638868">
                <a:moveTo>
                  <a:pt x="0" y="0"/>
                </a:moveTo>
                <a:lnTo>
                  <a:pt x="10809939" y="0"/>
                </a:lnTo>
                <a:lnTo>
                  <a:pt x="10809939" y="5116914"/>
                </a:lnTo>
                <a:cubicBezTo>
                  <a:pt x="10809939" y="5405181"/>
                  <a:pt x="10576253" y="5638868"/>
                  <a:pt x="10287986" y="5638868"/>
                </a:cubicBezTo>
                <a:lnTo>
                  <a:pt x="0" y="5638868"/>
                </a:lnTo>
                <a:close/>
              </a:path>
            </a:pathLst>
          </a:custGeom>
          <a:solidFill>
            <a:schemeClr val="bg2"/>
          </a:solidFill>
          <a:ln w="2540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297B7014-5970-11E5-11F0-6B902283689F}"/>
              </a:ext>
            </a:extLst>
          </p:cNvPr>
          <p:cNvSpPr>
            <a:spLocks noGrp="1"/>
          </p:cNvSpPr>
          <p:nvPr>
            <p:ph type="title" hasCustomPrompt="1"/>
          </p:nvPr>
        </p:nvSpPr>
        <p:spPr>
          <a:xfrm>
            <a:off x="2876765" y="4318612"/>
            <a:ext cx="7364515" cy="996027"/>
          </a:xfrm>
        </p:spPr>
        <p:txBody>
          <a:bodyPr anchor="ctr">
            <a:normAutofit/>
          </a:bodyPr>
          <a:lstStyle>
            <a:lvl1pPr algn="r">
              <a:lnSpc>
                <a:spcPct val="120000"/>
              </a:lnSpc>
              <a:defRPr sz="1400" b="0" spc="100" baseline="0">
                <a:latin typeface="+mn-lt"/>
              </a:defRPr>
            </a:lvl1pPr>
          </a:lstStyle>
          <a:p>
            <a:r>
              <a:rPr lang="en-US" dirty="0"/>
              <a:t>Quote Author</a:t>
            </a:r>
          </a:p>
        </p:txBody>
      </p:sp>
      <p:sp>
        <p:nvSpPr>
          <p:cNvPr id="7" name="Content Placeholder 6">
            <a:extLst>
              <a:ext uri="{FF2B5EF4-FFF2-40B4-BE49-F238E27FC236}">
                <a16:creationId xmlns:a16="http://schemas.microsoft.com/office/drawing/2014/main" id="{63EF4BD9-B936-0E90-F933-A03D5E185561}"/>
              </a:ext>
            </a:extLst>
          </p:cNvPr>
          <p:cNvSpPr>
            <a:spLocks noGrp="1"/>
          </p:cNvSpPr>
          <p:nvPr>
            <p:ph sz="quarter" idx="13" hasCustomPrompt="1"/>
          </p:nvPr>
        </p:nvSpPr>
        <p:spPr>
          <a:xfrm>
            <a:off x="768096" y="647700"/>
            <a:ext cx="9473184" cy="3670912"/>
          </a:xfrm>
        </p:spPr>
        <p:txBody>
          <a:bodyPr anchor="ctr">
            <a:normAutofit/>
          </a:bodyPr>
          <a:lstStyle>
            <a:lvl1pPr marL="137160" indent="-137160">
              <a:lnSpc>
                <a:spcPct val="100000"/>
              </a:lnSpc>
              <a:spcBef>
                <a:spcPts val="0"/>
              </a:spcBef>
              <a:buNone/>
              <a:defRPr sz="4800">
                <a:solidFill>
                  <a:schemeClr val="tx2"/>
                </a:solidFill>
                <a:latin typeface="+mj-lt"/>
              </a:defRPr>
            </a:lvl1pPr>
          </a:lstStyle>
          <a:p>
            <a:pPr lvl="0"/>
            <a:r>
              <a:rPr lang="en-US" dirty="0"/>
              <a:t>Click to edit Quote</a:t>
            </a:r>
          </a:p>
        </p:txBody>
      </p:sp>
      <p:sp>
        <p:nvSpPr>
          <p:cNvPr id="12" name="Footer Placeholder 11">
            <a:extLst>
              <a:ext uri="{FF2B5EF4-FFF2-40B4-BE49-F238E27FC236}">
                <a16:creationId xmlns:a16="http://schemas.microsoft.com/office/drawing/2014/main" id="{B68D110F-CED3-F33A-EDD7-57811187B5A8}"/>
              </a:ext>
            </a:extLst>
          </p:cNvPr>
          <p:cNvSpPr>
            <a:spLocks noGrp="1"/>
          </p:cNvSpPr>
          <p:nvPr>
            <p:ph type="ftr" sz="quarter" idx="15"/>
          </p:nvPr>
        </p:nvSpPr>
        <p:spPr/>
        <p:txBody>
          <a:bodyPr/>
          <a:lstStyle/>
          <a:p>
            <a:endParaRPr lang="en-US"/>
          </a:p>
        </p:txBody>
      </p:sp>
      <p:sp>
        <p:nvSpPr>
          <p:cNvPr id="11" name="Date Placeholder 10">
            <a:extLst>
              <a:ext uri="{FF2B5EF4-FFF2-40B4-BE49-F238E27FC236}">
                <a16:creationId xmlns:a16="http://schemas.microsoft.com/office/drawing/2014/main" id="{1BE1F328-2362-9468-2593-BAF90BE9CEB0}"/>
              </a:ext>
            </a:extLst>
          </p:cNvPr>
          <p:cNvSpPr>
            <a:spLocks noGrp="1"/>
          </p:cNvSpPr>
          <p:nvPr>
            <p:ph type="dt" sz="half" idx="14"/>
          </p:nvPr>
        </p:nvSpPr>
        <p:spPr/>
        <p:txBody>
          <a:bodyPr/>
          <a:lstStyle/>
          <a:p>
            <a:fld id="{D7E3ECEC-7E7B-4FB9-BAE8-5C10F12795EA}" type="datetimeFigureOut">
              <a:rPr lang="en-US" smtClean="0"/>
              <a:t>6/10/2026</a:t>
            </a:fld>
            <a:endParaRPr lang="en-US"/>
          </a:p>
        </p:txBody>
      </p:sp>
      <p:sp>
        <p:nvSpPr>
          <p:cNvPr id="13" name="Slide Number Placeholder 12">
            <a:extLst>
              <a:ext uri="{FF2B5EF4-FFF2-40B4-BE49-F238E27FC236}">
                <a16:creationId xmlns:a16="http://schemas.microsoft.com/office/drawing/2014/main" id="{DADE9A5F-3A0A-29A6-E008-BCCF7C3761BD}"/>
              </a:ext>
            </a:extLst>
          </p:cNvPr>
          <p:cNvSpPr>
            <a:spLocks noGrp="1"/>
          </p:cNvSpPr>
          <p:nvPr>
            <p:ph type="sldNum" sz="quarter" idx="16"/>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161243302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8096" y="822960"/>
            <a:ext cx="10706100" cy="674908"/>
          </a:xfrm>
        </p:spPr>
        <p:txBody>
          <a:bodyPr anchor="t"/>
          <a:lstStyle/>
          <a:p>
            <a:r>
              <a:rPr lang="en-US"/>
              <a:t>Click to edit Master title style</a:t>
            </a:r>
            <a:endParaRPr lang="en-US" dirty="0"/>
          </a:p>
        </p:txBody>
      </p:sp>
      <p:sp>
        <p:nvSpPr>
          <p:cNvPr id="4" name="Content Placeholder 3">
            <a:extLst>
              <a:ext uri="{FF2B5EF4-FFF2-40B4-BE49-F238E27FC236}">
                <a16:creationId xmlns:a16="http://schemas.microsoft.com/office/drawing/2014/main" id="{4B07B2D7-7718-3EA4-C727-BB98633A6739}"/>
              </a:ext>
            </a:extLst>
          </p:cNvPr>
          <p:cNvSpPr>
            <a:spLocks noGrp="1"/>
          </p:cNvSpPr>
          <p:nvPr>
            <p:ph sz="quarter" idx="15"/>
          </p:nvPr>
        </p:nvSpPr>
        <p:spPr>
          <a:xfrm>
            <a:off x="762000" y="1802352"/>
            <a:ext cx="5070020" cy="42936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9">
            <a:extLst>
              <a:ext uri="{FF2B5EF4-FFF2-40B4-BE49-F238E27FC236}">
                <a16:creationId xmlns:a16="http://schemas.microsoft.com/office/drawing/2014/main" id="{EB1D51A5-7ABE-E37E-E3A4-3AF4A8448510}"/>
              </a:ext>
            </a:extLst>
          </p:cNvPr>
          <p:cNvSpPr>
            <a:spLocks noGrp="1"/>
          </p:cNvSpPr>
          <p:nvPr>
            <p:ph sz="quarter" idx="16"/>
          </p:nvPr>
        </p:nvSpPr>
        <p:spPr>
          <a:xfrm>
            <a:off x="6394099" y="1802352"/>
            <a:ext cx="5070021" cy="42936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7E3ECEC-7E7B-4FB9-BAE8-5C10F12795EA}" type="datetimeFigureOut">
              <a:rPr lang="en-US" smtClean="0"/>
              <a:t>6/10/2026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79219530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770626" y="822960"/>
            <a:ext cx="10697475" cy="550367"/>
          </a:xfrm>
        </p:spPr>
        <p:txBody>
          <a:bodyPr anchor="t"/>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765379" y="1380744"/>
            <a:ext cx="5086659" cy="559834"/>
          </a:xfrm>
        </p:spPr>
        <p:txBody>
          <a:bodyPr anchor="b">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0E49B3C-8832-0263-2ACE-16444014FC2C}"/>
              </a:ext>
            </a:extLst>
          </p:cNvPr>
          <p:cNvSpPr>
            <a:spLocks noGrp="1"/>
          </p:cNvSpPr>
          <p:nvPr>
            <p:ph sz="quarter" idx="15"/>
          </p:nvPr>
        </p:nvSpPr>
        <p:spPr>
          <a:xfrm>
            <a:off x="765825" y="2020888"/>
            <a:ext cx="5086349" cy="42275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382512" y="1380744"/>
            <a:ext cx="5086659" cy="559834"/>
          </a:xfrm>
        </p:spPr>
        <p:txBody>
          <a:bodyPr anchor="b">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11">
            <a:extLst>
              <a:ext uri="{FF2B5EF4-FFF2-40B4-BE49-F238E27FC236}">
                <a16:creationId xmlns:a16="http://schemas.microsoft.com/office/drawing/2014/main" id="{F5D88C15-4359-3F27-9B17-CB9581414F72}"/>
              </a:ext>
            </a:extLst>
          </p:cNvPr>
          <p:cNvSpPr>
            <a:spLocks noGrp="1"/>
          </p:cNvSpPr>
          <p:nvPr>
            <p:ph sz="quarter" idx="16"/>
          </p:nvPr>
        </p:nvSpPr>
        <p:spPr>
          <a:xfrm>
            <a:off x="6381751" y="2020888"/>
            <a:ext cx="5086350" cy="42275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US"/>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D7E3ECEC-7E7B-4FB9-BAE8-5C10F12795EA}" type="datetimeFigureOut">
              <a:rPr lang="en-US" smtClean="0"/>
              <a:t>6/10/2026</a:t>
            </a:fld>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344329676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770626" y="822960"/>
            <a:ext cx="10698480" cy="828594"/>
          </a:xfrm>
        </p:spPr>
        <p:txBody>
          <a:bodyPr anchor="t"/>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D7E3ECEC-7E7B-4FB9-BAE8-5C10F12795EA}" type="datetimeFigureOut">
              <a:rPr lang="en-US" smtClean="0"/>
              <a:t>6/10/2026</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345664781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D7E3ECEC-7E7B-4FB9-BAE8-5C10F12795EA}" type="datetimeFigureOut">
              <a:rPr lang="en-US" smtClean="0"/>
              <a:t>6/10/2026</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23068622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768096" y="822960"/>
            <a:ext cx="3195484" cy="1504164"/>
          </a:xfrm>
        </p:spPr>
        <p:txBody>
          <a:bodyPr anchor="t">
            <a:normAutofit/>
          </a:bodyPr>
          <a:lstStyle>
            <a:lvl1pPr>
              <a:defRPr sz="24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768096" y="2311121"/>
            <a:ext cx="3195484" cy="3784879"/>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4899805" y="836762"/>
            <a:ext cx="6568296" cy="525923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D7E3ECEC-7E7B-4FB9-BAE8-5C10F12795EA}" type="datetimeFigureOut">
              <a:rPr lang="en-US" smtClean="0"/>
              <a:t>6/10/2026</a:t>
            </a:fld>
            <a:endParaRPr lang="en-US"/>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3405887392"/>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772091" y="822960"/>
            <a:ext cx="3041598" cy="1968931"/>
          </a:xfrm>
        </p:spPr>
        <p:txBody>
          <a:bodyPr anchor="t">
            <a:normAutofit/>
          </a:bodyPr>
          <a:lstStyle>
            <a:lvl1pPr>
              <a:defRPr sz="24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768096" y="3147059"/>
            <a:ext cx="3041597" cy="2762035"/>
          </a:xfrm>
        </p:spPr>
        <p:txBody>
          <a:bodyPr vert="horz" lIns="91440" tIns="45720" rIns="91440" bIns="45720" rtlCol="0" anchor="b">
            <a:normAutofit/>
          </a:bodyPr>
          <a:lstStyle>
            <a:lvl1pPr marL="0" indent="0">
              <a:buNone/>
              <a:defRPr lang="en-US" sz="1600" dirty="0"/>
            </a:lvl1pPr>
          </a:lstStyle>
          <a:p>
            <a:pPr lvl="0"/>
            <a:r>
              <a:rPr lang="en-US"/>
              <a:t>Click to edit Master text styles</a:t>
            </a:r>
          </a:p>
        </p:txBody>
      </p:sp>
      <p:sp>
        <p:nvSpPr>
          <p:cNvPr id="9" name="Picture Placeholder 9">
            <a:extLst>
              <a:ext uri="{FF2B5EF4-FFF2-40B4-BE49-F238E27FC236}">
                <a16:creationId xmlns:a16="http://schemas.microsoft.com/office/drawing/2014/main" id="{75E80A04-FEAF-D5E8-F208-D79F5852407B}"/>
              </a:ext>
            </a:extLst>
          </p:cNvPr>
          <p:cNvSpPr>
            <a:spLocks noGrp="1"/>
          </p:cNvSpPr>
          <p:nvPr>
            <p:ph type="pic" sz="quarter" idx="13" hasCustomPrompt="1"/>
          </p:nvPr>
        </p:nvSpPr>
        <p:spPr>
          <a:xfrm>
            <a:off x="4502844" y="0"/>
            <a:ext cx="7689157" cy="6096000"/>
          </a:xfrm>
          <a:custGeom>
            <a:avLst/>
            <a:gdLst>
              <a:gd name="connsiteX0" fmla="*/ 0 w 7689157"/>
              <a:gd name="connsiteY0" fmla="*/ 0 h 6096000"/>
              <a:gd name="connsiteX1" fmla="*/ 7689157 w 7689157"/>
              <a:gd name="connsiteY1" fmla="*/ 0 h 6096000"/>
              <a:gd name="connsiteX2" fmla="*/ 7689157 w 7689157"/>
              <a:gd name="connsiteY2" fmla="*/ 6096000 h 6096000"/>
              <a:gd name="connsiteX3" fmla="*/ 501522 w 7689157"/>
              <a:gd name="connsiteY3" fmla="*/ 6096000 h 6096000"/>
              <a:gd name="connsiteX4" fmla="*/ 0 w 7689157"/>
              <a:gd name="connsiteY4" fmla="*/ 5594478 h 6096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89157" h="6096000">
                <a:moveTo>
                  <a:pt x="0" y="0"/>
                </a:moveTo>
                <a:lnTo>
                  <a:pt x="7689157" y="0"/>
                </a:lnTo>
                <a:lnTo>
                  <a:pt x="7689157" y="6096000"/>
                </a:lnTo>
                <a:lnTo>
                  <a:pt x="501522" y="6096000"/>
                </a:lnTo>
                <a:cubicBezTo>
                  <a:pt x="224539" y="6096000"/>
                  <a:pt x="0" y="5871461"/>
                  <a:pt x="0" y="5594478"/>
                </a:cubicBez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 </a:t>
            </a:r>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D7E3ECEC-7E7B-4FB9-BAE8-5C10F12795EA}" type="datetimeFigureOut">
              <a:rPr lang="en-US" smtClean="0"/>
              <a:t>6/10/2026</a:t>
            </a:fld>
            <a:endParaRPr lang="en-US"/>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1580647359"/>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2"/>
      </p:bgRef>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A6492530-7F0F-7B93-27A9-6F68FAF54390}"/>
              </a:ext>
              <a:ext uri="{C183D7F6-B498-43B3-948B-1728B52AA6E4}">
                <adec:decorative xmlns:adec="http://schemas.microsoft.com/office/drawing/2017/decorative" val="1"/>
              </a:ext>
            </a:extLst>
          </p:cNvPr>
          <p:cNvSpPr/>
          <p:nvPr/>
        </p:nvSpPr>
        <p:spPr>
          <a:xfrm rot="10800000">
            <a:off x="762000" y="2880691"/>
            <a:ext cx="11430000" cy="3977309"/>
          </a:xfrm>
          <a:custGeom>
            <a:avLst/>
            <a:gdLst>
              <a:gd name="connsiteX0" fmla="*/ 0 w 11468099"/>
              <a:gd name="connsiteY0" fmla="*/ 4053508 h 4053508"/>
              <a:gd name="connsiteX1" fmla="*/ 10946146 w 11468099"/>
              <a:gd name="connsiteY1" fmla="*/ 4043963 h 4053508"/>
              <a:gd name="connsiteX2" fmla="*/ 11468099 w 11468099"/>
              <a:gd name="connsiteY2" fmla="*/ 3522009 h 4053508"/>
              <a:gd name="connsiteX3" fmla="*/ 11468099 w 11468099"/>
              <a:gd name="connsiteY3" fmla="*/ 0 h 4053508"/>
              <a:gd name="connsiteX4" fmla="*/ 0 w 11468099"/>
              <a:gd name="connsiteY4" fmla="*/ 0 h 40535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68099" h="4053508">
                <a:moveTo>
                  <a:pt x="0" y="4053508"/>
                </a:moveTo>
                <a:lnTo>
                  <a:pt x="10946146" y="4043963"/>
                </a:lnTo>
                <a:cubicBezTo>
                  <a:pt x="11234413" y="4043963"/>
                  <a:pt x="11468099" y="3810276"/>
                  <a:pt x="11468099" y="3522009"/>
                </a:cubicBezTo>
                <a:lnTo>
                  <a:pt x="11468099" y="0"/>
                </a:lnTo>
                <a:lnTo>
                  <a:pt x="0" y="0"/>
                </a:lnTo>
                <a:close/>
              </a:path>
            </a:pathLst>
          </a:custGeom>
          <a:solidFill>
            <a:schemeClr val="bg1"/>
          </a:solidFill>
          <a:ln w="2540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87800" y="190500"/>
            <a:ext cx="11843238" cy="2057400"/>
          </a:xfrm>
        </p:spPr>
        <p:txBody>
          <a:bodyPr anchor="t">
            <a:noAutofit/>
          </a:bodyPr>
          <a:lstStyle>
            <a:lvl1pPr>
              <a:defRPr sz="8800">
                <a:solidFill>
                  <a:schemeClr val="accent1"/>
                </a:solidFill>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1398813" y="3505199"/>
            <a:ext cx="10044665" cy="2667000"/>
          </a:xfrm>
        </p:spPr>
        <p:txBody>
          <a:bodyPr vert="horz" lIns="91440" tIns="45720" rIns="91440" bIns="45720" rtlCol="0">
            <a:normAutofit/>
          </a:bodyPr>
          <a:lstStyle>
            <a:lvl1pPr marL="0" indent="0">
              <a:buNone/>
              <a:defRPr lang="en-US" sz="1400" dirty="0"/>
            </a:lvl1pPr>
            <a:lvl2pPr marL="228600" indent="0">
              <a:buNone/>
              <a:defRPr lang="en-US" sz="1400" dirty="0"/>
            </a:lvl2pPr>
            <a:lvl3pPr marL="457200" indent="0">
              <a:buNone/>
              <a:defRPr lang="en-US" sz="1200" dirty="0"/>
            </a:lvl3pPr>
            <a:lvl4pPr marL="685800" indent="0">
              <a:buNone/>
              <a:defRPr lang="en-US" sz="1200" dirty="0"/>
            </a:lvl4pPr>
            <a:lvl5pPr marL="914400" indent="0">
              <a:buNone/>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1398813" y="6329172"/>
            <a:ext cx="2816835" cy="338328"/>
          </a:xfrm>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7E3ECEC-7E7B-4FB9-BAE8-5C10F12795EA}" type="datetimeFigureOut">
              <a:rPr lang="en-US" smtClean="0"/>
              <a:t>6/10/2026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536436276"/>
      </p:ext>
    </p:extLst>
  </p:cSld>
  <p:clrMapOvr>
    <a:overrideClrMapping bg1="lt1" tx1="dk1" bg2="lt2" tx2="dk2" accent1="accent1" accent2="accent2" accent3="accent3" accent4="accent4" accent5="accent5" accent6="accent6" hlink="hlink" folHlink="folHlink"/>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2"/>
      </p:bgRef>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B07D4EEB-8B0C-3EA1-DB0C-896A8F0C8621}"/>
              </a:ext>
              <a:ext uri="{C183D7F6-B498-43B3-948B-1728B52AA6E4}">
                <adec:decorative xmlns:adec="http://schemas.microsoft.com/office/drawing/2017/decorative" val="1"/>
              </a:ext>
            </a:extLst>
          </p:cNvPr>
          <p:cNvSpPr/>
          <p:nvPr/>
        </p:nvSpPr>
        <p:spPr>
          <a:xfrm rot="10800000">
            <a:off x="2677737" y="2952545"/>
            <a:ext cx="9514262" cy="3905455"/>
          </a:xfrm>
          <a:custGeom>
            <a:avLst/>
            <a:gdLst>
              <a:gd name="connsiteX0" fmla="*/ 0 w 9514262"/>
              <a:gd name="connsiteY0" fmla="*/ 3905455 h 3905455"/>
              <a:gd name="connsiteX1" fmla="*/ 0 w 9514262"/>
              <a:gd name="connsiteY1" fmla="*/ 0 h 3905455"/>
              <a:gd name="connsiteX2" fmla="*/ 9514262 w 9514262"/>
              <a:gd name="connsiteY2" fmla="*/ 0 h 3905455"/>
              <a:gd name="connsiteX3" fmla="*/ 9514262 w 9514262"/>
              <a:gd name="connsiteY3" fmla="*/ 3375660 h 3905455"/>
              <a:gd name="connsiteX4" fmla="*/ 8992309 w 9514262"/>
              <a:gd name="connsiteY4" fmla="*/ 3897614 h 39054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14262" h="3905455">
                <a:moveTo>
                  <a:pt x="0" y="3905455"/>
                </a:moveTo>
                <a:lnTo>
                  <a:pt x="0" y="0"/>
                </a:lnTo>
                <a:lnTo>
                  <a:pt x="9514262" y="0"/>
                </a:lnTo>
                <a:lnTo>
                  <a:pt x="9514262" y="3375660"/>
                </a:lnTo>
                <a:cubicBezTo>
                  <a:pt x="9514262" y="3663927"/>
                  <a:pt x="9280576" y="3897614"/>
                  <a:pt x="8992309" y="3897614"/>
                </a:cubicBezTo>
                <a:close/>
              </a:path>
            </a:pathLst>
          </a:custGeom>
          <a:solidFill>
            <a:schemeClr val="bg1"/>
          </a:solidFill>
          <a:ln w="2540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73373" y="190500"/>
            <a:ext cx="10573396" cy="2475644"/>
          </a:xfrm>
        </p:spPr>
        <p:txBody>
          <a:bodyPr anchor="t">
            <a:noAutofit/>
          </a:bodyPr>
          <a:lstStyle>
            <a:lvl1pPr>
              <a:defRPr sz="8800">
                <a:solidFill>
                  <a:schemeClr val="accent1"/>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3493213" y="3810000"/>
            <a:ext cx="6976154" cy="1676400"/>
          </a:xfrm>
        </p:spPr>
        <p:txBody>
          <a:bodyPr vert="horz" lIns="91440" tIns="45720" rIns="91440" bIns="45720" rtlCol="0">
            <a:normAutofit/>
          </a:bodyPr>
          <a:lstStyle>
            <a:lvl1pPr marL="0" indent="0">
              <a:buNone/>
              <a:defRPr lang="en-US" sz="1600" dirty="0"/>
            </a:lvl1pPr>
            <a:lvl2pPr marL="228600" indent="0">
              <a:buNone/>
              <a:defRPr lang="en-US" sz="1400" dirty="0"/>
            </a:lvl2pPr>
            <a:lvl3pPr marL="457200" indent="0">
              <a:buNone/>
              <a:defRPr lang="en-US" sz="1200" dirty="0"/>
            </a:lvl3pPr>
            <a:lvl4pPr marL="685800" indent="0">
              <a:buNone/>
              <a:defRPr lang="en-US" sz="1200" dirty="0"/>
            </a:lvl4pPr>
            <a:lvl5pPr marL="914400" indent="0">
              <a:buNone/>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7E3ECEC-7E7B-4FB9-BAE8-5C10F12795EA}" type="datetimeFigureOut">
              <a:rPr lang="en-US" smtClean="0"/>
              <a:t>6/10/2026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623546166"/>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theme" Target="../theme/theme1.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772090" y="825747"/>
            <a:ext cx="10696010" cy="618803"/>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774654" y="1506872"/>
            <a:ext cx="10693446" cy="45891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772090" y="6329172"/>
            <a:ext cx="2816835" cy="338328"/>
          </a:xfrm>
          <a:prstGeom prst="rect">
            <a:avLst/>
          </a:prstGeom>
        </p:spPr>
        <p:txBody>
          <a:bodyPr vert="horz" lIns="91440" tIns="45720" rIns="91440" bIns="45720" rtlCol="0" anchor="ctr"/>
          <a:lstStyle>
            <a:lvl1pPr algn="l">
              <a:defRPr sz="750" cap="all" spc="0" baseline="0">
                <a:solidFill>
                  <a:schemeClr val="tx1"/>
                </a:solidFill>
              </a:defRPr>
            </a:lvl1pPr>
          </a:lstStyle>
          <a:p>
            <a:endParaRPr lang="en-US"/>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9291411" y="6329172"/>
            <a:ext cx="1612674" cy="338328"/>
          </a:xfrm>
          <a:prstGeom prst="rect">
            <a:avLst/>
          </a:prstGeom>
        </p:spPr>
        <p:txBody>
          <a:bodyPr vert="horz" lIns="91440" tIns="45720" rIns="91440" bIns="45720" rtlCol="0" anchor="ctr"/>
          <a:lstStyle>
            <a:lvl1pPr algn="r">
              <a:defRPr sz="750">
                <a:solidFill>
                  <a:schemeClr val="tx1"/>
                </a:solidFill>
              </a:defRPr>
            </a:lvl1pPr>
          </a:lstStyle>
          <a:p>
            <a:fld id="{D7E3ECEC-7E7B-4FB9-BAE8-5C10F12795EA}" type="datetimeFigureOut">
              <a:rPr lang="en-US" smtClean="0"/>
              <a:t>6/10/2026</a:t>
            </a:fld>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050742" y="6329172"/>
            <a:ext cx="457200" cy="338328"/>
          </a:xfrm>
          <a:prstGeom prst="rect">
            <a:avLst/>
          </a:prstGeom>
        </p:spPr>
        <p:txBody>
          <a:bodyPr vert="horz" lIns="91440" tIns="45720" rIns="91440" bIns="45720" rtlCol="0" anchor="ctr"/>
          <a:lstStyle>
            <a:lvl1pPr algn="r">
              <a:defRPr sz="750">
                <a:solidFill>
                  <a:schemeClr val="tx1"/>
                </a:solidFill>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16444912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Lst>
  <p:txStyles>
    <p:titleStyle>
      <a:lvl1pPr algn="l" defTabSz="914400" rtl="0" eaLnBrk="1" latinLnBrk="0" hangingPunct="1">
        <a:lnSpc>
          <a:spcPct val="95000"/>
        </a:lnSpc>
        <a:spcBef>
          <a:spcPct val="0"/>
        </a:spcBef>
        <a:buNone/>
        <a:defRPr sz="2500" b="0" kern="1200" cap="all" baseline="0">
          <a:solidFill>
            <a:schemeClr val="tx1"/>
          </a:solidFill>
          <a:latin typeface="+mj-lt"/>
          <a:ea typeface="+mj-ea"/>
          <a:cs typeface="+mj-cs"/>
        </a:defRPr>
      </a:lvl1pPr>
    </p:titleStyle>
    <p:bodyStyle>
      <a:lvl1pPr marL="285750" indent="-285750" algn="l" defTabSz="914400" rtl="0" eaLnBrk="1" latinLnBrk="0" hangingPunct="1">
        <a:lnSpc>
          <a:spcPct val="120000"/>
        </a:lnSpc>
        <a:spcBef>
          <a:spcPts val="1000"/>
        </a:spcBef>
        <a:buFont typeface="Arial" panose="020B0604020202020204" pitchFamily="34" charset="0"/>
        <a:buChar char="•"/>
        <a:defRPr sz="1400" kern="1200">
          <a:solidFill>
            <a:schemeClr val="tx1"/>
          </a:solidFill>
          <a:latin typeface="+mn-lt"/>
          <a:ea typeface="+mn-ea"/>
          <a:cs typeface="+mn-cs"/>
        </a:defRPr>
      </a:lvl1pPr>
      <a:lvl2pPr marL="400050" indent="-17145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2pPr>
      <a:lvl3pPr marL="628650" indent="-17145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857250" indent="-17145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085850" indent="-17145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7" pos="480">
          <p15:clr>
            <a:srgbClr val="F26B43"/>
          </p15:clr>
        </p15:guide>
        <p15:guide id="8" pos="7224">
          <p15:clr>
            <a:srgbClr val="F26B43"/>
          </p15:clr>
        </p15:guide>
        <p15:guide id="9" orient="horz" pos="3840">
          <p15:clr>
            <a:srgbClr val="F26B43"/>
          </p15:clr>
        </p15:guide>
        <p15:guide id="10" orient="horz" pos="2160">
          <p15:clr>
            <a:srgbClr val="F26B43"/>
          </p15:clr>
        </p15:guide>
        <p15:guide id="11"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5.xml"/></Relationships>
</file>

<file path=ppt/slides/_rels/slide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5.xml"/></Relationships>
</file>

<file path=ppt/slides/_rels/slide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5.xml"/></Relationships>
</file>

<file path=ppt/slides/_rels/slide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5.xml"/></Relationships>
</file>

<file path=ppt/slides/_rels/slide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5.xml"/></Relationships>
</file>

<file path=ppt/slides/_rels/slide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5.xml"/></Relationships>
</file>

<file path=ppt/slides/_rels/slide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5.xml"/></Relationships>
</file>

<file path=ppt/slides/_rels/slide9.xml.rels><?xml version="1.0" encoding="UTF-8" standalone="yes"?>
<Relationships xmlns="http://schemas.openxmlformats.org/package/2006/relationships"><Relationship Id="rId2" Type="http://schemas.openxmlformats.org/officeDocument/2006/relationships/hyperlink" Target="https://github.com/IIEVCPMB/exam-practicum-imad5112-gr02-safiyaabdool.git" TargetMode="External"/><Relationship Id="rId1" Type="http://schemas.openxmlformats.org/officeDocument/2006/relationships/slideLayout" Target="../slideLayouts/slideLayout5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5">
            <a:extLst>
              <a:ext uri="{FF2B5EF4-FFF2-40B4-BE49-F238E27FC236}">
                <a16:creationId xmlns:a16="http://schemas.microsoft.com/office/drawing/2014/main" id="{747B5ADC-439E-8BF3-9088-90C43F8880B1}"/>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l="50449" r="299"/>
          <a:stretch>
            <a:fillRect/>
          </a:stretch>
        </p:blipFill>
        <p:spPr>
          <a:xfrm>
            <a:off x="7681816" y="0"/>
            <a:ext cx="4510185" cy="6096000"/>
          </a:xfrm>
        </p:spPr>
      </p:pic>
      <p:sp>
        <p:nvSpPr>
          <p:cNvPr id="5" name="Title 4">
            <a:extLst>
              <a:ext uri="{FF2B5EF4-FFF2-40B4-BE49-F238E27FC236}">
                <a16:creationId xmlns:a16="http://schemas.microsoft.com/office/drawing/2014/main" id="{13375A84-0AB2-0EF7-5F38-5E9E44352CFB}"/>
              </a:ext>
            </a:extLst>
          </p:cNvPr>
          <p:cNvSpPr>
            <a:spLocks noGrp="1"/>
          </p:cNvSpPr>
          <p:nvPr>
            <p:ph type="ctrTitle"/>
          </p:nvPr>
        </p:nvSpPr>
        <p:spPr/>
        <p:txBody>
          <a:bodyPr/>
          <a:lstStyle/>
          <a:p>
            <a:r>
              <a:rPr lang="en-ZA" dirty="0"/>
              <a:t>Campsite Commander</a:t>
            </a:r>
            <a:endParaRPr lang="en-GB" dirty="0"/>
          </a:p>
        </p:txBody>
      </p:sp>
      <p:sp>
        <p:nvSpPr>
          <p:cNvPr id="8" name="Subtitle 7">
            <a:extLst>
              <a:ext uri="{FF2B5EF4-FFF2-40B4-BE49-F238E27FC236}">
                <a16:creationId xmlns:a16="http://schemas.microsoft.com/office/drawing/2014/main" id="{7441CB3E-8B75-7128-1549-4AAAB5ECBF78}"/>
              </a:ext>
            </a:extLst>
          </p:cNvPr>
          <p:cNvSpPr>
            <a:spLocks noGrp="1"/>
          </p:cNvSpPr>
          <p:nvPr>
            <p:ph type="subTitle" idx="1"/>
          </p:nvPr>
        </p:nvSpPr>
        <p:spPr/>
        <p:txBody>
          <a:bodyPr/>
          <a:lstStyle/>
          <a:p>
            <a:r>
              <a:rPr lang="en-ZA" dirty="0"/>
              <a:t>Safiya Abdool ST10540572</a:t>
            </a:r>
            <a:endParaRPr lang="en-GB" dirty="0"/>
          </a:p>
        </p:txBody>
      </p:sp>
      <p:pic>
        <p:nvPicPr>
          <p:cNvPr id="10" name="Picture 9">
            <a:extLst>
              <a:ext uri="{FF2B5EF4-FFF2-40B4-BE49-F238E27FC236}">
                <a16:creationId xmlns:a16="http://schemas.microsoft.com/office/drawing/2014/main" id="{F590CFCA-7924-BE5F-8229-C445380037E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88908" y="-99392"/>
            <a:ext cx="6096000" cy="6096000"/>
          </a:xfrm>
          <a:prstGeom prst="rect">
            <a:avLst/>
          </a:prstGeom>
        </p:spPr>
      </p:pic>
    </p:spTree>
    <p:extLst>
      <p:ext uri="{BB962C8B-B14F-4D97-AF65-F5344CB8AC3E}">
        <p14:creationId xmlns:p14="http://schemas.microsoft.com/office/powerpoint/2010/main" val="17163428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A78657-5C3C-7131-C0FD-58CDAD7068B9}"/>
              </a:ext>
            </a:extLst>
          </p:cNvPr>
          <p:cNvSpPr>
            <a:spLocks noGrp="1"/>
          </p:cNvSpPr>
          <p:nvPr>
            <p:ph type="title"/>
          </p:nvPr>
        </p:nvSpPr>
        <p:spPr/>
        <p:txBody>
          <a:bodyPr>
            <a:normAutofit fontScale="90000"/>
          </a:bodyPr>
          <a:lstStyle/>
          <a:p>
            <a:r>
              <a:rPr lang="en-ZA" dirty="0"/>
              <a:t>The design of the application was guided by usability principles, user experience (UX), and technical constraints.</a:t>
            </a:r>
            <a:br>
              <a:rPr lang="en-GB" dirty="0"/>
            </a:br>
            <a:endParaRPr lang="en-GB" dirty="0"/>
          </a:p>
        </p:txBody>
      </p:sp>
      <p:pic>
        <p:nvPicPr>
          <p:cNvPr id="5" name="Content Placeholder 4">
            <a:extLst>
              <a:ext uri="{FF2B5EF4-FFF2-40B4-BE49-F238E27FC236}">
                <a16:creationId xmlns:a16="http://schemas.microsoft.com/office/drawing/2014/main" id="{AC80C1F9-07E4-8614-5370-AAF61CA2FA57}"/>
              </a:ext>
            </a:extLst>
          </p:cNvPr>
          <p:cNvPicPr>
            <a:picLocks noGrp="1" noChangeAspect="1"/>
          </p:cNvPicPr>
          <p:nvPr>
            <p:ph sz="quarter" idx="13"/>
          </p:nvPr>
        </p:nvPicPr>
        <p:blipFill>
          <a:blip r:embed="rId2">
            <a:extLst>
              <a:ext uri="{28A0092B-C50C-407E-A947-70E740481C1C}">
                <a14:useLocalDpi xmlns:a14="http://schemas.microsoft.com/office/drawing/2010/main" val="0"/>
              </a:ext>
            </a:extLst>
          </a:blip>
          <a:stretch>
            <a:fillRect/>
          </a:stretch>
        </p:blipFill>
        <p:spPr>
          <a:xfrm>
            <a:off x="2152522" y="603250"/>
            <a:ext cx="7883782" cy="4206875"/>
          </a:xfrm>
          <a:prstGeom prst="rect">
            <a:avLst/>
          </a:prstGeom>
        </p:spPr>
      </p:pic>
    </p:spTree>
    <p:extLst>
      <p:ext uri="{BB962C8B-B14F-4D97-AF65-F5344CB8AC3E}">
        <p14:creationId xmlns:p14="http://schemas.microsoft.com/office/powerpoint/2010/main" val="4375846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9121CC-9DA5-9B5D-E4E7-DC00D4D593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3C649F-4EA9-6F7B-EEF7-741D94BB551F}"/>
              </a:ext>
            </a:extLst>
          </p:cNvPr>
          <p:cNvSpPr>
            <a:spLocks noGrp="1"/>
          </p:cNvSpPr>
          <p:nvPr>
            <p:ph type="title"/>
          </p:nvPr>
        </p:nvSpPr>
        <p:spPr/>
        <p:txBody>
          <a:bodyPr/>
          <a:lstStyle/>
          <a:p>
            <a:r>
              <a:rPr lang="en-ZA" dirty="0"/>
              <a:t>Splash Activity kt</a:t>
            </a:r>
            <a:endParaRPr lang="en-GB" dirty="0"/>
          </a:p>
        </p:txBody>
      </p:sp>
      <p:pic>
        <p:nvPicPr>
          <p:cNvPr id="5" name="Content Placeholder 4">
            <a:extLst>
              <a:ext uri="{FF2B5EF4-FFF2-40B4-BE49-F238E27FC236}">
                <a16:creationId xmlns:a16="http://schemas.microsoft.com/office/drawing/2014/main" id="{5211A859-2E46-44E1-DFBC-D26BAD9FB270}"/>
              </a:ext>
            </a:extLst>
          </p:cNvPr>
          <p:cNvPicPr>
            <a:picLocks noGrp="1" noChangeAspect="1"/>
          </p:cNvPicPr>
          <p:nvPr>
            <p:ph sz="quarter" idx="13"/>
          </p:nvPr>
        </p:nvPicPr>
        <p:blipFill>
          <a:blip r:embed="rId2">
            <a:extLst>
              <a:ext uri="{28A0092B-C50C-407E-A947-70E740481C1C}">
                <a14:useLocalDpi xmlns:a14="http://schemas.microsoft.com/office/drawing/2010/main" val="0"/>
              </a:ext>
            </a:extLst>
          </a:blip>
          <a:srcRect/>
          <a:stretch/>
        </p:blipFill>
        <p:spPr>
          <a:xfrm>
            <a:off x="2152522" y="603250"/>
            <a:ext cx="7883782" cy="4206875"/>
          </a:xfrm>
          <a:prstGeom prst="rect">
            <a:avLst/>
          </a:prstGeom>
        </p:spPr>
      </p:pic>
    </p:spTree>
    <p:extLst>
      <p:ext uri="{BB962C8B-B14F-4D97-AF65-F5344CB8AC3E}">
        <p14:creationId xmlns:p14="http://schemas.microsoft.com/office/powerpoint/2010/main" val="31131518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5CB124-D859-60FF-28CF-86FF96918A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4E4923-C949-F6D6-8EC9-69A02A3AF239}"/>
              </a:ext>
            </a:extLst>
          </p:cNvPr>
          <p:cNvSpPr>
            <a:spLocks noGrp="1"/>
          </p:cNvSpPr>
          <p:nvPr>
            <p:ph type="title"/>
          </p:nvPr>
        </p:nvSpPr>
        <p:spPr>
          <a:xfrm>
            <a:off x="1389888" y="4809744"/>
            <a:ext cx="9345168" cy="1931624"/>
          </a:xfrm>
        </p:spPr>
        <p:txBody>
          <a:bodyPr>
            <a:noAutofit/>
          </a:bodyPr>
          <a:lstStyle/>
          <a:p>
            <a:pPr algn="l"/>
            <a:r>
              <a:rPr lang="en-ZA" sz="1200" dirty="0"/>
              <a:t>The interface was designed to be simple, intuitive, and accessible:</a:t>
            </a:r>
            <a:br>
              <a:rPr lang="en-GB" sz="1200" dirty="0"/>
            </a:br>
            <a:r>
              <a:rPr lang="en-ZA" sz="1200" dirty="0"/>
              <a:t>	•	A clean layout ensures users can focus on questions without distraction</a:t>
            </a:r>
            <a:br>
              <a:rPr lang="en-GB" sz="1200" dirty="0"/>
            </a:br>
            <a:r>
              <a:rPr lang="en-ZA" sz="1200" dirty="0"/>
              <a:t>	•	Large buttons improve usability on mobile devices</a:t>
            </a:r>
            <a:br>
              <a:rPr lang="en-GB" sz="1200" dirty="0"/>
            </a:br>
            <a:r>
              <a:rPr lang="en-ZA" sz="1200" dirty="0"/>
              <a:t>	•	Readable fonts enhance accessibility</a:t>
            </a:r>
            <a:br>
              <a:rPr lang="en-GB" sz="1200" dirty="0"/>
            </a:br>
            <a:r>
              <a:rPr lang="en-ZA" sz="1200" dirty="0"/>
              <a:t>	•	Consistent colour schemes create a cohesive experience</a:t>
            </a:r>
            <a:br>
              <a:rPr lang="en-GB" sz="1200" dirty="0"/>
            </a:br>
            <a:r>
              <a:rPr lang="en-ZA" sz="1200" dirty="0"/>
              <a:t>Minimalist design principles were applied to reduce cognitive overload and improve navigation efficiency.</a:t>
            </a:r>
            <a:br>
              <a:rPr lang="en-GB" sz="1200" dirty="0"/>
            </a:br>
            <a:endParaRPr lang="en-GB" sz="1200" dirty="0"/>
          </a:p>
        </p:txBody>
      </p:sp>
      <p:pic>
        <p:nvPicPr>
          <p:cNvPr id="5" name="Content Placeholder 4">
            <a:extLst>
              <a:ext uri="{FF2B5EF4-FFF2-40B4-BE49-F238E27FC236}">
                <a16:creationId xmlns:a16="http://schemas.microsoft.com/office/drawing/2014/main" id="{A1F179C8-4A92-9A79-0427-36C7DF62BA6D}"/>
              </a:ext>
            </a:extLst>
          </p:cNvPr>
          <p:cNvPicPr>
            <a:picLocks noGrp="1" noChangeAspect="1"/>
          </p:cNvPicPr>
          <p:nvPr>
            <p:ph sz="quarter" idx="13"/>
          </p:nvPr>
        </p:nvPicPr>
        <p:blipFill>
          <a:blip r:embed="rId2">
            <a:extLst>
              <a:ext uri="{28A0092B-C50C-407E-A947-70E740481C1C}">
                <a14:useLocalDpi xmlns:a14="http://schemas.microsoft.com/office/drawing/2010/main" val="0"/>
              </a:ext>
            </a:extLst>
          </a:blip>
          <a:srcRect/>
          <a:stretch/>
        </p:blipFill>
        <p:spPr>
          <a:xfrm>
            <a:off x="2152522" y="603250"/>
            <a:ext cx="7883782" cy="4206875"/>
          </a:xfrm>
          <a:prstGeom prst="rect">
            <a:avLst/>
          </a:prstGeom>
        </p:spPr>
      </p:pic>
    </p:spTree>
    <p:extLst>
      <p:ext uri="{BB962C8B-B14F-4D97-AF65-F5344CB8AC3E}">
        <p14:creationId xmlns:p14="http://schemas.microsoft.com/office/powerpoint/2010/main" val="21261562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93C9E4-332C-386F-01DE-1D2DE1CD4E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57DF87-8BF8-3F50-483D-79071169571E}"/>
              </a:ext>
            </a:extLst>
          </p:cNvPr>
          <p:cNvSpPr>
            <a:spLocks noGrp="1"/>
          </p:cNvSpPr>
          <p:nvPr>
            <p:ph type="title"/>
          </p:nvPr>
        </p:nvSpPr>
        <p:spPr/>
        <p:txBody>
          <a:bodyPr>
            <a:normAutofit fontScale="90000"/>
          </a:bodyPr>
          <a:lstStyle/>
          <a:p>
            <a:pPr algn="l"/>
            <a:r>
              <a:rPr lang="en-ZA" sz="1600" dirty="0"/>
              <a:t>The application logic was implemented using Kotlin:</a:t>
            </a:r>
            <a:br>
              <a:rPr lang="en-GB" sz="1600" dirty="0"/>
            </a:br>
            <a:r>
              <a:rPr lang="en-ZA" sz="1600" dirty="0"/>
              <a:t>	•	items are stored in arrays or data structures</a:t>
            </a:r>
            <a:br>
              <a:rPr lang="en-GB" sz="1600" dirty="0"/>
            </a:br>
            <a:r>
              <a:rPr lang="en-ZA" sz="1600" dirty="0"/>
              <a:t>	•	A function (e.g., </a:t>
            </a:r>
            <a:r>
              <a:rPr lang="en-ZA" sz="1600" dirty="0" err="1"/>
              <a:t>loadQuestion</a:t>
            </a:r>
            <a:r>
              <a:rPr lang="en-ZA" sz="1600" dirty="0"/>
              <a:t>) dynamically updates the UI</a:t>
            </a:r>
            <a:br>
              <a:rPr lang="en-GB" sz="1600" dirty="0"/>
            </a:br>
            <a:r>
              <a:rPr lang="en-ZA" sz="1600" dirty="0"/>
              <a:t>	•	User responses are evaluated and stored</a:t>
            </a:r>
            <a:br>
              <a:rPr lang="en-GB" dirty="0"/>
            </a:br>
            <a:endParaRPr lang="en-GB" dirty="0"/>
          </a:p>
        </p:txBody>
      </p:sp>
      <p:pic>
        <p:nvPicPr>
          <p:cNvPr id="5" name="Content Placeholder 4">
            <a:extLst>
              <a:ext uri="{FF2B5EF4-FFF2-40B4-BE49-F238E27FC236}">
                <a16:creationId xmlns:a16="http://schemas.microsoft.com/office/drawing/2014/main" id="{DCA44D43-A894-3B5F-6103-5D841FC113D2}"/>
              </a:ext>
            </a:extLst>
          </p:cNvPr>
          <p:cNvPicPr>
            <a:picLocks noGrp="1" noChangeAspect="1"/>
          </p:cNvPicPr>
          <p:nvPr>
            <p:ph sz="quarter" idx="13"/>
          </p:nvPr>
        </p:nvPicPr>
        <p:blipFill>
          <a:blip r:embed="rId2">
            <a:extLst>
              <a:ext uri="{28A0092B-C50C-407E-A947-70E740481C1C}">
                <a14:useLocalDpi xmlns:a14="http://schemas.microsoft.com/office/drawing/2010/main" val="0"/>
              </a:ext>
            </a:extLst>
          </a:blip>
          <a:srcRect/>
          <a:stretch/>
        </p:blipFill>
        <p:spPr>
          <a:xfrm>
            <a:off x="2152522" y="603250"/>
            <a:ext cx="7883782" cy="4206875"/>
          </a:xfrm>
          <a:prstGeom prst="rect">
            <a:avLst/>
          </a:prstGeom>
        </p:spPr>
      </p:pic>
    </p:spTree>
    <p:extLst>
      <p:ext uri="{BB962C8B-B14F-4D97-AF65-F5344CB8AC3E}">
        <p14:creationId xmlns:p14="http://schemas.microsoft.com/office/powerpoint/2010/main" val="27269050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257DBE-F304-405C-C72A-C6DDBF94B4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86098C-F0BE-6587-C2EC-71BBDA1E947E}"/>
              </a:ext>
            </a:extLst>
          </p:cNvPr>
          <p:cNvSpPr>
            <a:spLocks noGrp="1"/>
          </p:cNvSpPr>
          <p:nvPr>
            <p:ph type="title"/>
          </p:nvPr>
        </p:nvSpPr>
        <p:spPr/>
        <p:txBody>
          <a:bodyPr>
            <a:normAutofit fontScale="90000"/>
          </a:bodyPr>
          <a:lstStyle/>
          <a:p>
            <a:r>
              <a:rPr lang="en-ZA" sz="1600" dirty="0"/>
              <a:t>The app follows a linear and predictable flow:</a:t>
            </a:r>
            <a:br>
              <a:rPr lang="en-GB" sz="1600" dirty="0"/>
            </a:br>
            <a:r>
              <a:rPr lang="en-ZA" sz="1600" dirty="0"/>
              <a:t>	1.	Splash screen</a:t>
            </a:r>
            <a:br>
              <a:rPr lang="en-GB" sz="1600" dirty="0"/>
            </a:br>
            <a:r>
              <a:rPr lang="en-ZA" sz="1600" dirty="0"/>
              <a:t>	2.	Main Screen</a:t>
            </a:r>
            <a:br>
              <a:rPr lang="en-GB" sz="1600" dirty="0"/>
            </a:br>
            <a:r>
              <a:rPr lang="en-ZA" sz="1600" dirty="0"/>
              <a:t>	3.	Results/view screen</a:t>
            </a:r>
            <a:br>
              <a:rPr lang="en-GB" sz="1600" dirty="0"/>
            </a:br>
            <a:r>
              <a:rPr lang="en-ZA" sz="1600" dirty="0"/>
              <a:t>This structure ensures ease of use, even for first-time user</a:t>
            </a:r>
            <a:br>
              <a:rPr lang="en-GB" dirty="0"/>
            </a:br>
            <a:endParaRPr lang="en-GB" dirty="0"/>
          </a:p>
        </p:txBody>
      </p:sp>
      <p:pic>
        <p:nvPicPr>
          <p:cNvPr id="5" name="Content Placeholder 4">
            <a:extLst>
              <a:ext uri="{FF2B5EF4-FFF2-40B4-BE49-F238E27FC236}">
                <a16:creationId xmlns:a16="http://schemas.microsoft.com/office/drawing/2014/main" id="{E95F45AA-C0AF-BC62-BF44-8DB06B049A7A}"/>
              </a:ext>
            </a:extLst>
          </p:cNvPr>
          <p:cNvPicPr>
            <a:picLocks noGrp="1" noChangeAspect="1"/>
          </p:cNvPicPr>
          <p:nvPr>
            <p:ph sz="quarter" idx="13"/>
          </p:nvPr>
        </p:nvPicPr>
        <p:blipFill>
          <a:blip r:embed="rId2">
            <a:extLst>
              <a:ext uri="{28A0092B-C50C-407E-A947-70E740481C1C}">
                <a14:useLocalDpi xmlns:a14="http://schemas.microsoft.com/office/drawing/2010/main" val="0"/>
              </a:ext>
            </a:extLst>
          </a:blip>
          <a:srcRect/>
          <a:stretch/>
        </p:blipFill>
        <p:spPr>
          <a:xfrm>
            <a:off x="2152522" y="603250"/>
            <a:ext cx="7883782" cy="4206875"/>
          </a:xfrm>
          <a:prstGeom prst="rect">
            <a:avLst/>
          </a:prstGeom>
        </p:spPr>
      </p:pic>
    </p:spTree>
    <p:extLst>
      <p:ext uri="{BB962C8B-B14F-4D97-AF65-F5344CB8AC3E}">
        <p14:creationId xmlns:p14="http://schemas.microsoft.com/office/powerpoint/2010/main" val="18830609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1528E6-8762-F9D5-D6F1-BA1731983D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BA8DE0-2C3E-1322-6084-AD84D8453B2D}"/>
              </a:ext>
            </a:extLst>
          </p:cNvPr>
          <p:cNvSpPr>
            <a:spLocks noGrp="1"/>
          </p:cNvSpPr>
          <p:nvPr>
            <p:ph type="title"/>
          </p:nvPr>
        </p:nvSpPr>
        <p:spPr/>
        <p:txBody>
          <a:bodyPr/>
          <a:lstStyle/>
          <a:p>
            <a:r>
              <a:rPr lang="en-ZA" dirty="0"/>
              <a:t>Details activity kt </a:t>
            </a:r>
            <a:endParaRPr lang="en-GB" dirty="0"/>
          </a:p>
        </p:txBody>
      </p:sp>
      <p:pic>
        <p:nvPicPr>
          <p:cNvPr id="5" name="Content Placeholder 4">
            <a:extLst>
              <a:ext uri="{FF2B5EF4-FFF2-40B4-BE49-F238E27FC236}">
                <a16:creationId xmlns:a16="http://schemas.microsoft.com/office/drawing/2014/main" id="{612529A9-4936-F701-4964-359D620D4147}"/>
              </a:ext>
            </a:extLst>
          </p:cNvPr>
          <p:cNvPicPr>
            <a:picLocks noGrp="1" noChangeAspect="1"/>
          </p:cNvPicPr>
          <p:nvPr>
            <p:ph sz="quarter" idx="13"/>
          </p:nvPr>
        </p:nvPicPr>
        <p:blipFill>
          <a:blip r:embed="rId2">
            <a:extLst>
              <a:ext uri="{28A0092B-C50C-407E-A947-70E740481C1C}">
                <a14:useLocalDpi xmlns:a14="http://schemas.microsoft.com/office/drawing/2010/main" val="0"/>
              </a:ext>
            </a:extLst>
          </a:blip>
          <a:srcRect/>
          <a:stretch/>
        </p:blipFill>
        <p:spPr>
          <a:xfrm>
            <a:off x="2152522" y="603250"/>
            <a:ext cx="7883782" cy="4206875"/>
          </a:xfrm>
          <a:prstGeom prst="rect">
            <a:avLst/>
          </a:prstGeom>
        </p:spPr>
      </p:pic>
    </p:spTree>
    <p:extLst>
      <p:ext uri="{BB962C8B-B14F-4D97-AF65-F5344CB8AC3E}">
        <p14:creationId xmlns:p14="http://schemas.microsoft.com/office/powerpoint/2010/main" val="16223913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78E46D-7499-E44B-73D5-1DD4F03432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1289BD-E2B2-AFE6-7FCD-40639321C557}"/>
              </a:ext>
            </a:extLst>
          </p:cNvPr>
          <p:cNvSpPr>
            <a:spLocks noGrp="1"/>
          </p:cNvSpPr>
          <p:nvPr>
            <p:ph type="title"/>
          </p:nvPr>
        </p:nvSpPr>
        <p:spPr>
          <a:xfrm>
            <a:off x="1389888" y="2924944"/>
            <a:ext cx="9345168" cy="3110096"/>
          </a:xfrm>
        </p:spPr>
        <p:txBody>
          <a:bodyPr>
            <a:noAutofit/>
          </a:bodyPr>
          <a:lstStyle/>
          <a:p>
            <a:r>
              <a:rPr lang="en-ZA" sz="1400" dirty="0"/>
              <a:t>The Campsite Commander app successfully meets its objective of helping campers check their inventory before any outdoor adventures while providing an engaging mobile experience. Through thoughtful design and the use of modern development tools such as GitHub and GitHub Actions, the project demonstrates both technical and practical application development skills.</a:t>
            </a:r>
            <a:br>
              <a:rPr lang="en-GB" sz="1400" dirty="0"/>
            </a:br>
            <a:r>
              <a:rPr lang="en-ZA" sz="1400" dirty="0"/>
              <a:t>The integration of version control and automation tools ensures maintainability, scalability, and reliability, making the app a strong foundation for future enhancements.</a:t>
            </a:r>
            <a:br>
              <a:rPr lang="en-GB" sz="1400" dirty="0"/>
            </a:br>
            <a:r>
              <a:rPr lang="en-GB" sz="1400" dirty="0"/>
              <a:t>While the application has an issue running on android studio you’ll find no errors besides the one above.</a:t>
            </a:r>
          </a:p>
        </p:txBody>
      </p:sp>
      <p:pic>
        <p:nvPicPr>
          <p:cNvPr id="5" name="Content Placeholder 4">
            <a:extLst>
              <a:ext uri="{FF2B5EF4-FFF2-40B4-BE49-F238E27FC236}">
                <a16:creationId xmlns:a16="http://schemas.microsoft.com/office/drawing/2014/main" id="{7E3675DE-C621-EF05-62C0-FC9D68A0ADFC}"/>
              </a:ext>
            </a:extLst>
          </p:cNvPr>
          <p:cNvPicPr>
            <a:picLocks noGrp="1" noChangeAspect="1"/>
          </p:cNvPicPr>
          <p:nvPr>
            <p:ph sz="quarter" idx="13"/>
          </p:nvPr>
        </p:nvPicPr>
        <p:blipFill>
          <a:blip r:embed="rId2">
            <a:extLst>
              <a:ext uri="{28A0092B-C50C-407E-A947-70E740481C1C}">
                <a14:useLocalDpi xmlns:a14="http://schemas.microsoft.com/office/drawing/2010/main" val="0"/>
              </a:ext>
            </a:extLst>
          </a:blip>
          <a:srcRect/>
          <a:stretch/>
        </p:blipFill>
        <p:spPr>
          <a:xfrm>
            <a:off x="2152522" y="603251"/>
            <a:ext cx="7883782" cy="2105670"/>
          </a:xfrm>
          <a:prstGeom prst="rect">
            <a:avLst/>
          </a:prstGeom>
        </p:spPr>
      </p:pic>
    </p:spTree>
    <p:extLst>
      <p:ext uri="{BB962C8B-B14F-4D97-AF65-F5344CB8AC3E}">
        <p14:creationId xmlns:p14="http://schemas.microsoft.com/office/powerpoint/2010/main" val="9486905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8423C8-E1C8-6DC1-2300-748D96D0BA0F}"/>
              </a:ext>
            </a:extLst>
          </p:cNvPr>
          <p:cNvSpPr>
            <a:spLocks noGrp="1"/>
          </p:cNvSpPr>
          <p:nvPr>
            <p:ph type="title"/>
          </p:nvPr>
        </p:nvSpPr>
        <p:spPr/>
        <p:txBody>
          <a:bodyPr/>
          <a:lstStyle/>
          <a:p>
            <a:pPr algn="ctr"/>
            <a:r>
              <a:rPr lang="en-ZA" sz="4800" dirty="0"/>
              <a:t>Thank you for your interest in campsite commander</a:t>
            </a:r>
            <a:endParaRPr lang="en-GB" sz="4800" dirty="0"/>
          </a:p>
        </p:txBody>
      </p:sp>
      <p:sp>
        <p:nvSpPr>
          <p:cNvPr id="3" name="Content Placeholder 2">
            <a:extLst>
              <a:ext uri="{FF2B5EF4-FFF2-40B4-BE49-F238E27FC236}">
                <a16:creationId xmlns:a16="http://schemas.microsoft.com/office/drawing/2014/main" id="{3B884F5A-CB97-B2AE-CAED-6AD1D9067262}"/>
              </a:ext>
            </a:extLst>
          </p:cNvPr>
          <p:cNvSpPr>
            <a:spLocks noGrp="1"/>
          </p:cNvSpPr>
          <p:nvPr>
            <p:ph sz="quarter" idx="13"/>
          </p:nvPr>
        </p:nvSpPr>
        <p:spPr>
          <a:xfrm>
            <a:off x="1847528" y="3573016"/>
            <a:ext cx="10044665" cy="2667000"/>
          </a:xfrm>
        </p:spPr>
        <p:txBody>
          <a:bodyPr/>
          <a:lstStyle/>
          <a:p>
            <a:r>
              <a:rPr lang="en-ZA" dirty="0"/>
              <a:t>LINKS:</a:t>
            </a:r>
          </a:p>
          <a:p>
            <a:r>
              <a:rPr lang="en-ZA" dirty="0"/>
              <a:t>GITHUB: </a:t>
            </a:r>
            <a:r>
              <a:rPr lang="en-ZA" dirty="0">
                <a:hlinkClick r:id="rId2"/>
              </a:rPr>
              <a:t>https://github.com/IIEVCPMB/exam-practicum-imad5112-gr02-safiyaabdool.git</a:t>
            </a:r>
            <a:endParaRPr lang="en-GB" dirty="0"/>
          </a:p>
        </p:txBody>
      </p:sp>
    </p:spTree>
    <p:extLst>
      <p:ext uri="{BB962C8B-B14F-4D97-AF65-F5344CB8AC3E}">
        <p14:creationId xmlns:p14="http://schemas.microsoft.com/office/powerpoint/2010/main" val="1852017387"/>
      </p:ext>
    </p:extLst>
  </p:cSld>
  <p:clrMapOvr>
    <a:masterClrMapping/>
  </p:clrMapOvr>
</p:sld>
</file>

<file path=ppt/theme/theme1.xml><?xml version="1.0" encoding="utf-8"?>
<a:theme xmlns:a="http://schemas.openxmlformats.org/drawingml/2006/main" name="Oasis">
  <a:themeElements>
    <a:clrScheme name="Oasis">
      <a:dk1>
        <a:srgbClr val="131313"/>
      </a:dk1>
      <a:lt1>
        <a:sysClr val="window" lastClr="FFFFFF"/>
      </a:lt1>
      <a:dk2>
        <a:srgbClr val="2D2A27"/>
      </a:dk2>
      <a:lt2>
        <a:srgbClr val="F0EBE6"/>
      </a:lt2>
      <a:accent1>
        <a:srgbClr val="9F7667"/>
      </a:accent1>
      <a:accent2>
        <a:srgbClr val="BE8856"/>
      </a:accent2>
      <a:accent3>
        <a:srgbClr val="BD9075"/>
      </a:accent3>
      <a:accent4>
        <a:srgbClr val="939081"/>
      </a:accent4>
      <a:accent5>
        <a:srgbClr val="A16D4C"/>
      </a:accent5>
      <a:accent6>
        <a:srgbClr val="8C8662"/>
      </a:accent6>
      <a:hlink>
        <a:srgbClr val="A57361"/>
      </a:hlink>
      <a:folHlink>
        <a:srgbClr val="8C8662"/>
      </a:folHlink>
    </a:clrScheme>
    <a:fontScheme name="Oasis Font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asis" id="{F87D57D1-6595-40EA-BD1E-F0C34D0EF910}" vid="{ECA7DBCD-4BC8-40F2-8EF4-7A6D942FA19B}"/>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DA384A2-DC2C-4578-B8CE-512657D68B32}">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A533346F-C811-4404-B626-0E7631B21215}">
  <ds:schemaRefs>
    <ds:schemaRef ds:uri="http://schemas.microsoft.com/sharepoint/v3/contenttype/forms"/>
  </ds:schemaRefs>
</ds:datastoreItem>
</file>

<file path=customXml/itemProps3.xml><?xml version="1.0" encoding="utf-8"?>
<ds:datastoreItem xmlns:ds="http://schemas.openxmlformats.org/officeDocument/2006/customXml" ds:itemID="{E2E911A2-2017-41E4-8340-9C55208FC24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{7398300E-C40F-416B-A3C0-F36C4D19ABE2}977d9fe9-4445-4c48-bc9c-1fe8e23d557c-TF7d956844-ebdd-4ca4-b538-a1bcfc9ad3f053165620_win32</Template>
  <TotalTime>86</TotalTime>
  <Words>322</Words>
  <Application>Microsoft Office PowerPoint</Application>
  <PresentationFormat>Widescreen</PresentationFormat>
  <Paragraphs>12</Paragraphs>
  <Slides>9</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Neue Haas Grotesk Text Pro</vt:lpstr>
      <vt:lpstr>Oasis</vt:lpstr>
      <vt:lpstr>Campsite Commander</vt:lpstr>
      <vt:lpstr>The design of the application was guided by usability principles, user experience (UX), and technical constraints. </vt:lpstr>
      <vt:lpstr>Splash Activity kt</vt:lpstr>
      <vt:lpstr>The interface was designed to be simple, intuitive, and accessible:  • A clean layout ensures users can focus on questions without distraction  • Large buttons improve usability on mobile devices  • Readable fonts enhance accessibility  • Consistent colour schemes create a cohesive experience Minimalist design principles were applied to reduce cognitive overload and improve navigation efficiency. </vt:lpstr>
      <vt:lpstr>The application logic was implemented using Kotlin:  • items are stored in arrays or data structures  • A function (e.g., loadQuestion) dynamically updates the UI  • User responses are evaluated and stored </vt:lpstr>
      <vt:lpstr>The app follows a linear and predictable flow:  1. Splash screen  2. Main Screen  3. Results/view screen This structure ensures ease of use, even for first-time user </vt:lpstr>
      <vt:lpstr>Details activity kt </vt:lpstr>
      <vt:lpstr>The Campsite Commander app successfully meets its objective of helping campers check their inventory before any outdoor adventures while providing an engaging mobile experience. Through thoughtful design and the use of modern development tools such as GitHub and GitHub Actions, the project demonstrates both technical and practical application development skills. The integration of version control and automation tools ensures maintainability, scalability, and reliability, making the app a strong foundation for future enhancements. While the application has an issue running on android studio you’ll find no errors besides the one above.</vt:lpstr>
      <vt:lpstr>Thank you for your interest in campsite commander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Safiya Abdool</dc:creator>
  <cp:lastModifiedBy>Safiya Abdool</cp:lastModifiedBy>
  <cp:revision>1</cp:revision>
  <dcterms:created xsi:type="dcterms:W3CDTF">2026-06-10T10:25:07Z</dcterms:created>
  <dcterms:modified xsi:type="dcterms:W3CDTF">2026-06-10T11:51:16Z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